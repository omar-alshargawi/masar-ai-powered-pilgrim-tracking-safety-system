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sldIdLst>
    <p:sldId id="262" r:id="rId2"/>
  </p:sldIdLst>
  <p:sldSz cx="32918400" cy="43891200"/>
  <p:notesSz cx="5800725" cy="9094788"/>
  <p:embeddedFontLst>
    <p:embeddedFont>
      <p:font typeface="Amaranth" panose="020B0604020202020204" charset="0"/>
      <p:regular r:id="rId3"/>
    </p:embeddedFont>
    <p:embeddedFont>
      <p:font typeface="Titillium Web" panose="00000500000000000000" pitchFamily="2" charset="0"/>
      <p:regular r:id="rId4"/>
      <p:bold r:id="rId5"/>
      <p:italic r:id="rId6"/>
      <p:boldItalic r:id="rId7"/>
    </p:embeddedFont>
  </p:embeddedFontLst>
  <p:custDataLst>
    <p:tags r:id="rId8"/>
  </p:custDataLst>
  <p:defaultTextStyle>
    <a:defPPr>
      <a:defRPr lang="en-US"/>
    </a:defPPr>
    <a:lvl1pPr algn="l" rtl="0" fontAlgn="base">
      <a:spcBef>
        <a:spcPct val="0"/>
      </a:spcBef>
      <a:spcAft>
        <a:spcPct val="0"/>
      </a:spcAft>
      <a:defRPr sz="9300" kern="1200">
        <a:solidFill>
          <a:schemeClr val="tx1"/>
        </a:solidFill>
        <a:latin typeface="Arial"/>
        <a:ea typeface="+mn-ea"/>
        <a:cs typeface="+mn-cs"/>
      </a:defRPr>
    </a:lvl1pPr>
    <a:lvl2pPr marL="457200" algn="l" rtl="0" fontAlgn="base">
      <a:spcBef>
        <a:spcPct val="0"/>
      </a:spcBef>
      <a:spcAft>
        <a:spcPct val="0"/>
      </a:spcAft>
      <a:defRPr sz="9300" kern="1200">
        <a:solidFill>
          <a:schemeClr val="tx1"/>
        </a:solidFill>
        <a:latin typeface="Arial"/>
        <a:ea typeface="+mn-ea"/>
        <a:cs typeface="+mn-cs"/>
      </a:defRPr>
    </a:lvl2pPr>
    <a:lvl3pPr marL="914400" algn="l" rtl="0" fontAlgn="base">
      <a:spcBef>
        <a:spcPct val="0"/>
      </a:spcBef>
      <a:spcAft>
        <a:spcPct val="0"/>
      </a:spcAft>
      <a:defRPr sz="9300" kern="1200">
        <a:solidFill>
          <a:schemeClr val="tx1"/>
        </a:solidFill>
        <a:latin typeface="Arial"/>
        <a:ea typeface="+mn-ea"/>
        <a:cs typeface="+mn-cs"/>
      </a:defRPr>
    </a:lvl3pPr>
    <a:lvl4pPr marL="1371600" algn="l" rtl="0" fontAlgn="base">
      <a:spcBef>
        <a:spcPct val="0"/>
      </a:spcBef>
      <a:spcAft>
        <a:spcPct val="0"/>
      </a:spcAft>
      <a:defRPr sz="9300" kern="1200">
        <a:solidFill>
          <a:schemeClr val="tx1"/>
        </a:solidFill>
        <a:latin typeface="Arial"/>
        <a:ea typeface="+mn-ea"/>
        <a:cs typeface="+mn-cs"/>
      </a:defRPr>
    </a:lvl4pPr>
    <a:lvl5pPr marL="1828800" algn="l" rtl="0" fontAlgn="base">
      <a:spcBef>
        <a:spcPct val="0"/>
      </a:spcBef>
      <a:spcAft>
        <a:spcPct val="0"/>
      </a:spcAft>
      <a:defRPr sz="9300" kern="1200">
        <a:solidFill>
          <a:schemeClr val="tx1"/>
        </a:solidFill>
        <a:latin typeface="Arial"/>
        <a:ea typeface="+mn-ea"/>
        <a:cs typeface="+mn-cs"/>
      </a:defRPr>
    </a:lvl5pPr>
    <a:lvl6pPr marL="2286000" algn="l" defTabSz="914400" rtl="0" eaLnBrk="1" latinLnBrk="0" hangingPunct="1">
      <a:defRPr sz="9300" kern="1200">
        <a:solidFill>
          <a:schemeClr val="tx1"/>
        </a:solidFill>
        <a:latin typeface="Arial"/>
        <a:ea typeface="+mn-ea"/>
        <a:cs typeface="+mn-cs"/>
      </a:defRPr>
    </a:lvl6pPr>
    <a:lvl7pPr marL="2743200" algn="l" defTabSz="914400" rtl="0" eaLnBrk="1" latinLnBrk="0" hangingPunct="1">
      <a:defRPr sz="9300" kern="1200">
        <a:solidFill>
          <a:schemeClr val="tx1"/>
        </a:solidFill>
        <a:latin typeface="Arial"/>
        <a:ea typeface="+mn-ea"/>
        <a:cs typeface="+mn-cs"/>
      </a:defRPr>
    </a:lvl7pPr>
    <a:lvl8pPr marL="3200400" algn="l" defTabSz="914400" rtl="0" eaLnBrk="1" latinLnBrk="0" hangingPunct="1">
      <a:defRPr sz="9300" kern="1200">
        <a:solidFill>
          <a:schemeClr val="tx1"/>
        </a:solidFill>
        <a:latin typeface="Arial"/>
        <a:ea typeface="+mn-ea"/>
        <a:cs typeface="+mn-cs"/>
      </a:defRPr>
    </a:lvl8pPr>
    <a:lvl9pPr marL="3657600" algn="l" defTabSz="914400" rtl="0" eaLnBrk="1" latinLnBrk="0" hangingPunct="1">
      <a:defRPr sz="9300" kern="1200">
        <a:solidFill>
          <a:schemeClr val="tx1"/>
        </a:solidFill>
        <a:latin typeface="Arial"/>
        <a:ea typeface="+mn-ea"/>
        <a:cs typeface="+mn-cs"/>
      </a:defRPr>
    </a:lvl9pPr>
  </p:defaultTextStyle>
  <p:extLst>
    <p:ext uri="{EFAFB233-063F-42B5-8137-9DF3F51BA10A}">
      <p15:sldGuideLst xmlns:p15="http://schemas.microsoft.com/office/powerpoint/2012/main">
        <p15:guide id="1" orient="horz" pos="13824" userDrawn="1">
          <p15:clr>
            <a:srgbClr val="A4A3A4"/>
          </p15:clr>
        </p15:guide>
        <p15:guide id="2" pos="1036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A4A76"/>
    <a:srgbClr val="4D3F65"/>
    <a:srgbClr val="3D3053"/>
    <a:srgbClr val="794388"/>
    <a:srgbClr val="80397B"/>
    <a:srgbClr val="313158"/>
    <a:srgbClr val="1A1A2E"/>
    <a:srgbClr val="282847"/>
    <a:srgbClr val="1E293B"/>
    <a:srgbClr val="364B6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478"/>
    <p:restoredTop sz="94686"/>
  </p:normalViewPr>
  <p:slideViewPr>
    <p:cSldViewPr snapToGrid="0">
      <p:cViewPr>
        <p:scale>
          <a:sx n="33" d="100"/>
          <a:sy n="33" d="100"/>
        </p:scale>
        <p:origin x="2616" y="-420"/>
      </p:cViewPr>
      <p:guideLst>
        <p:guide orient="horz" pos="13824"/>
        <p:guide pos="10368"/>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gs" Target="tags/tag1.xml"/><Relationship Id="rId3" Type="http://schemas.openxmlformats.org/officeDocument/2006/relationships/font" Target="fonts/font1.fntdata"/><Relationship Id="rId7" Type="http://schemas.openxmlformats.org/officeDocument/2006/relationships/font" Target="fonts/font5.fntdata"/><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font" Target="fonts/font4.fntdata"/><Relationship Id="rId11" Type="http://schemas.openxmlformats.org/officeDocument/2006/relationships/theme" Target="theme/theme1.xml"/><Relationship Id="rId5" Type="http://schemas.openxmlformats.org/officeDocument/2006/relationships/font" Target="fonts/font3.fntdata"/><Relationship Id="rId10" Type="http://schemas.openxmlformats.org/officeDocument/2006/relationships/viewProps" Target="viewProps.xml"/><Relationship Id="rId4" Type="http://schemas.openxmlformats.org/officeDocument/2006/relationships/font" Target="fonts/font2.fntdata"/><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69356" y="13635568"/>
            <a:ext cx="27979688" cy="9406467"/>
          </a:xfrm>
        </p:spPr>
        <p:txBody>
          <a:bodyPr/>
          <a:lstStyle>
            <a:defPPr>
              <a:defRPr kern="1200" smtId="4294967295"/>
            </a:defPPr>
          </a:lstStyle>
          <a:p>
            <a:r>
              <a:rPr lang="en-US"/>
              <a:t>Click to edit Master title style</a:t>
            </a:r>
          </a:p>
        </p:txBody>
      </p:sp>
      <p:sp>
        <p:nvSpPr>
          <p:cNvPr id="3" name="Subtitle 2"/>
          <p:cNvSpPr>
            <a:spLocks noGrp="1"/>
          </p:cNvSpPr>
          <p:nvPr>
            <p:ph type="subTitle" idx="1"/>
          </p:nvPr>
        </p:nvSpPr>
        <p:spPr>
          <a:xfrm>
            <a:off x="4937523" y="24870834"/>
            <a:ext cx="23043356" cy="11218333"/>
          </a:xfrm>
        </p:spPr>
        <p:txBody>
          <a:bodyPr/>
          <a:lstStyle>
            <a:defPPr>
              <a:defRPr kern="1200" smtId="4294967295"/>
            </a:defPPr>
            <a:lvl1pPr marL="0" indent="0" algn="ctr">
              <a:buNone/>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en-US"/>
              <a:t>Click to edit Master subtitle style</a:t>
            </a:r>
          </a:p>
        </p:txBody>
      </p:sp>
      <p:sp>
        <p:nvSpPr>
          <p:cNvPr id="4" name="Rectangle 4"/>
          <p:cNvSpPr>
            <a:spLocks noGrp="1" noChangeArrowheads="1"/>
          </p:cNvSpPr>
          <p:nvPr>
            <p:ph type="dt" sz="half" idx="10"/>
          </p:nvPr>
        </p:nvSpPr>
        <p:spPr/>
        <p:txBody>
          <a:bodyPr/>
          <a:lstStyle>
            <a:defPPr>
              <a:defRPr kern="1200" smtId="4294967295"/>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smtId="4294967295"/>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smtId="4294967295"/>
            </a:defPPr>
            <a:lvl1pPr>
              <a:defRPr/>
            </a:lvl1pPr>
          </a:lstStyle>
          <a:p>
            <a:pPr>
              <a:defRPr/>
            </a:pPr>
            <a:fld id="{E9E44D62-E9B9-4A1F-9D60-78A1B8BD2136}" type="slidenum">
              <a:rPr lang="en-US"/>
              <a:pPr>
                <a:defRPr/>
              </a:pPr>
              <a:t>‹#›</a:t>
            </a:fld>
            <a:endParaRPr lang="en-US"/>
          </a:p>
        </p:txBody>
      </p:sp>
    </p:spTree>
    <p:extLst>
      <p:ext uri="{BB962C8B-B14F-4D97-AF65-F5344CB8AC3E}">
        <p14:creationId xmlns:p14="http://schemas.microsoft.com/office/powerpoint/2010/main" val="1652127471"/>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kern="1200" smtId="4294967295"/>
            </a:defPPr>
          </a:lstStyle>
          <a:p>
            <a:r>
              <a:rPr lang="en-US"/>
              <a:t>Click to edit Master title style</a:t>
            </a:r>
          </a:p>
        </p:txBody>
      </p:sp>
      <p:sp>
        <p:nvSpPr>
          <p:cNvPr id="3" name="Content Placeholder 2"/>
          <p:cNvSpPr>
            <a:spLocks noGrp="1"/>
          </p:cNvSpPr>
          <p:nvPr>
            <p:ph idx="1"/>
          </p:nvPr>
        </p:nvSpPr>
        <p:spPr/>
        <p:txBody>
          <a:bodyPr/>
          <a:lstStyle>
            <a:defPPr>
              <a:defRPr kern="1200" smtId="4294967295"/>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defPPr>
              <a:defRPr kern="1200" smtId="4294967295"/>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smtId="4294967295"/>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smtId="4294967295"/>
            </a:defPPr>
            <a:lvl1pPr>
              <a:defRPr/>
            </a:lvl1pPr>
          </a:lstStyle>
          <a:p>
            <a:pPr>
              <a:defRPr/>
            </a:pPr>
            <a:fld id="{D772C493-C7EB-4BEF-9EB3-C72AA1A173D7}" type="slidenum">
              <a:rPr lang="en-US"/>
              <a:pPr>
                <a:defRPr/>
              </a:pPr>
              <a:t>‹#›</a:t>
            </a:fld>
            <a:endParaRPr lang="en-US"/>
          </a:p>
        </p:txBody>
      </p:sp>
    </p:spTree>
    <p:extLst>
      <p:ext uri="{BB962C8B-B14F-4D97-AF65-F5344CB8AC3E}">
        <p14:creationId xmlns:p14="http://schemas.microsoft.com/office/powerpoint/2010/main" val="2428922162"/>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600325" y="28204585"/>
            <a:ext cx="27980878" cy="8716433"/>
          </a:xfrm>
        </p:spPr>
        <p:txBody>
          <a:bodyPr anchor="t"/>
          <a:lstStyle>
            <a:defPPr>
              <a:defRPr kern="1200" smtId="4294967295"/>
            </a:defPPr>
            <a:lvl1pPr algn="l">
              <a:defRPr sz="3000" b="1" cap="all"/>
            </a:lvl1pPr>
          </a:lstStyle>
          <a:p>
            <a:r>
              <a:rPr lang="en-US"/>
              <a:t>Click to edit Master title style</a:t>
            </a:r>
          </a:p>
        </p:txBody>
      </p:sp>
      <p:sp>
        <p:nvSpPr>
          <p:cNvPr id="3" name="Text Placeholder 2"/>
          <p:cNvSpPr>
            <a:spLocks noGrp="1"/>
          </p:cNvSpPr>
          <p:nvPr>
            <p:ph type="body" idx="1"/>
          </p:nvPr>
        </p:nvSpPr>
        <p:spPr>
          <a:xfrm>
            <a:off x="2600325" y="18603384"/>
            <a:ext cx="27980878" cy="9601200"/>
          </a:xfrm>
        </p:spPr>
        <p:txBody>
          <a:bodyPr anchor="b"/>
          <a:lstStyle>
            <a:defPPr>
              <a:defRPr kern="1200" smtId="4294967295"/>
            </a:defPPr>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en-US"/>
              <a:t>Click to edit Master text styles</a:t>
            </a:r>
          </a:p>
        </p:txBody>
      </p:sp>
      <p:sp>
        <p:nvSpPr>
          <p:cNvPr id="4" name="Rectangle 4"/>
          <p:cNvSpPr>
            <a:spLocks noGrp="1" noChangeArrowheads="1"/>
          </p:cNvSpPr>
          <p:nvPr>
            <p:ph type="dt" sz="half" idx="10"/>
          </p:nvPr>
        </p:nvSpPr>
        <p:spPr/>
        <p:txBody>
          <a:bodyPr/>
          <a:lstStyle>
            <a:defPPr>
              <a:defRPr kern="1200" smtId="4294967295"/>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smtId="4294967295"/>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smtId="4294967295"/>
            </a:defPPr>
            <a:lvl1pPr>
              <a:defRPr/>
            </a:lvl1pPr>
          </a:lstStyle>
          <a:p>
            <a:pPr>
              <a:defRPr/>
            </a:pPr>
            <a:fld id="{3239EF23-2AC5-4B50-8C9E-5F8D49668A77}" type="slidenum">
              <a:rPr lang="en-US"/>
              <a:pPr>
                <a:defRPr/>
              </a:pPr>
              <a:t>‹#›</a:t>
            </a:fld>
            <a:endParaRPr lang="en-US"/>
          </a:p>
        </p:txBody>
      </p:sp>
    </p:spTree>
    <p:extLst>
      <p:ext uri="{BB962C8B-B14F-4D97-AF65-F5344CB8AC3E}">
        <p14:creationId xmlns:p14="http://schemas.microsoft.com/office/powerpoint/2010/main" val="448625829"/>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kern="1200" smtId="4294967295"/>
            </a:defPPr>
          </a:lstStyle>
          <a:p>
            <a:r>
              <a:rPr lang="en-US"/>
              <a:t>Click to edit Master title style</a:t>
            </a:r>
          </a:p>
        </p:txBody>
      </p:sp>
      <p:sp>
        <p:nvSpPr>
          <p:cNvPr id="3" name="Content Placeholder 2"/>
          <p:cNvSpPr>
            <a:spLocks noGrp="1"/>
          </p:cNvSpPr>
          <p:nvPr>
            <p:ph sz="half" idx="1"/>
          </p:nvPr>
        </p:nvSpPr>
        <p:spPr>
          <a:xfrm>
            <a:off x="1645444" y="10240433"/>
            <a:ext cx="14756606" cy="28966585"/>
          </a:xfrm>
        </p:spPr>
        <p:txBody>
          <a:bodyPr/>
          <a:lstStyle>
            <a:defPPr>
              <a:defRPr kern="1200" smtId="4294967295"/>
            </a:defPPr>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16516352" y="10240433"/>
            <a:ext cx="14756606" cy="28966585"/>
          </a:xfrm>
        </p:spPr>
        <p:txBody>
          <a:bodyPr/>
          <a:lstStyle>
            <a:defPPr>
              <a:defRPr kern="1200" smtId="4294967295"/>
            </a:defPPr>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p:txBody>
          <a:bodyPr/>
          <a:lstStyle>
            <a:defPPr>
              <a:defRPr kern="1200" smtId="4294967295"/>
            </a:defPPr>
            <a:lvl1pPr>
              <a:defRPr/>
            </a:lvl1pPr>
          </a:lstStyle>
          <a:p>
            <a:pPr>
              <a:defRPr/>
            </a:pPr>
            <a:endParaRPr lang="en-US"/>
          </a:p>
        </p:txBody>
      </p:sp>
      <p:sp>
        <p:nvSpPr>
          <p:cNvPr id="6" name="Rectangle 5"/>
          <p:cNvSpPr>
            <a:spLocks noGrp="1" noChangeArrowheads="1"/>
          </p:cNvSpPr>
          <p:nvPr>
            <p:ph type="ftr" sz="quarter" idx="11"/>
          </p:nvPr>
        </p:nvSpPr>
        <p:spPr/>
        <p:txBody>
          <a:bodyPr/>
          <a:lstStyle>
            <a:defPPr>
              <a:defRPr kern="1200" smtId="4294967295"/>
            </a:defPPr>
            <a:lvl1pPr>
              <a:defRPr/>
            </a:lvl1pPr>
          </a:lstStyle>
          <a:p>
            <a:pPr>
              <a:defRPr/>
            </a:pPr>
            <a:endParaRPr lang="en-US"/>
          </a:p>
        </p:txBody>
      </p:sp>
      <p:sp>
        <p:nvSpPr>
          <p:cNvPr id="7" name="Rectangle 6"/>
          <p:cNvSpPr>
            <a:spLocks noGrp="1" noChangeArrowheads="1"/>
          </p:cNvSpPr>
          <p:nvPr>
            <p:ph type="sldNum" sz="quarter" idx="12"/>
          </p:nvPr>
        </p:nvSpPr>
        <p:spPr/>
        <p:txBody>
          <a:bodyPr/>
          <a:lstStyle>
            <a:defPPr>
              <a:defRPr kern="1200" smtId="4294967295"/>
            </a:defPPr>
            <a:lvl1pPr>
              <a:defRPr/>
            </a:lvl1pPr>
          </a:lstStyle>
          <a:p>
            <a:pPr>
              <a:defRPr/>
            </a:pPr>
            <a:fld id="{0BBD8762-0F6F-41F2-8E1E-C5EF6CE7FF3C}" type="slidenum">
              <a:rPr lang="en-US"/>
              <a:pPr>
                <a:defRPr/>
              </a:pPr>
              <a:t>‹#›</a:t>
            </a:fld>
            <a:endParaRPr lang="en-US"/>
          </a:p>
        </p:txBody>
      </p:sp>
    </p:spTree>
    <p:extLst>
      <p:ext uri="{BB962C8B-B14F-4D97-AF65-F5344CB8AC3E}">
        <p14:creationId xmlns:p14="http://schemas.microsoft.com/office/powerpoint/2010/main" val="3305397227"/>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kern="1200" smtId="4294967295"/>
            </a:defPPr>
            <a:lvl1pPr>
              <a:defRPr/>
            </a:lvl1pPr>
          </a:lstStyle>
          <a:p>
            <a:r>
              <a:rPr lang="en-US"/>
              <a:t>Click to edit Master title style</a:t>
            </a:r>
          </a:p>
        </p:txBody>
      </p:sp>
      <p:sp>
        <p:nvSpPr>
          <p:cNvPr id="3" name="Text Placeholder 2"/>
          <p:cNvSpPr>
            <a:spLocks noGrp="1"/>
          </p:cNvSpPr>
          <p:nvPr>
            <p:ph type="body" idx="1"/>
          </p:nvPr>
        </p:nvSpPr>
        <p:spPr>
          <a:xfrm>
            <a:off x="1645444" y="9825568"/>
            <a:ext cx="14544675" cy="4093633"/>
          </a:xfrm>
        </p:spPr>
        <p:txBody>
          <a:bodyPr anchor="b"/>
          <a:lstStyle>
            <a:defPPr>
              <a:defRPr kern="1200" smtId="4294967295"/>
            </a:defPPr>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1645444" y="13919200"/>
            <a:ext cx="14544675" cy="25287816"/>
          </a:xfrm>
        </p:spPr>
        <p:txBody>
          <a:bodyPr/>
          <a:lstStyle>
            <a:defPPr>
              <a:defRPr kern="1200" smtId="4294967295"/>
            </a:defPPr>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16722328" y="9825568"/>
            <a:ext cx="14550630" cy="4093633"/>
          </a:xfrm>
        </p:spPr>
        <p:txBody>
          <a:bodyPr anchor="b"/>
          <a:lstStyle>
            <a:defPPr>
              <a:defRPr kern="1200" smtId="4294967295"/>
            </a:defPPr>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16722328" y="13919200"/>
            <a:ext cx="14550630" cy="25287816"/>
          </a:xfrm>
        </p:spPr>
        <p:txBody>
          <a:bodyPr/>
          <a:lstStyle>
            <a:defPPr>
              <a:defRPr kern="1200" smtId="4294967295"/>
            </a:defPPr>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p:txBody>
          <a:bodyPr/>
          <a:lstStyle>
            <a:defPPr>
              <a:defRPr kern="1200" smtId="4294967295"/>
            </a:defPPr>
            <a:lvl1pPr>
              <a:defRPr/>
            </a:lvl1pPr>
          </a:lstStyle>
          <a:p>
            <a:pPr>
              <a:defRPr/>
            </a:pPr>
            <a:endParaRPr lang="en-US"/>
          </a:p>
        </p:txBody>
      </p:sp>
      <p:sp>
        <p:nvSpPr>
          <p:cNvPr id="8" name="Rectangle 5"/>
          <p:cNvSpPr>
            <a:spLocks noGrp="1" noChangeArrowheads="1"/>
          </p:cNvSpPr>
          <p:nvPr>
            <p:ph type="ftr" sz="quarter" idx="11"/>
          </p:nvPr>
        </p:nvSpPr>
        <p:spPr/>
        <p:txBody>
          <a:bodyPr/>
          <a:lstStyle>
            <a:defPPr>
              <a:defRPr kern="1200" smtId="4294967295"/>
            </a:defPPr>
            <a:lvl1pPr>
              <a:defRPr/>
            </a:lvl1pPr>
          </a:lstStyle>
          <a:p>
            <a:pPr>
              <a:defRPr/>
            </a:pPr>
            <a:endParaRPr lang="en-US"/>
          </a:p>
        </p:txBody>
      </p:sp>
      <p:sp>
        <p:nvSpPr>
          <p:cNvPr id="9" name="Rectangle 6"/>
          <p:cNvSpPr>
            <a:spLocks noGrp="1" noChangeArrowheads="1"/>
          </p:cNvSpPr>
          <p:nvPr>
            <p:ph type="sldNum" sz="quarter" idx="12"/>
          </p:nvPr>
        </p:nvSpPr>
        <p:spPr/>
        <p:txBody>
          <a:bodyPr/>
          <a:lstStyle>
            <a:defPPr>
              <a:defRPr kern="1200" smtId="4294967295"/>
            </a:defPPr>
            <a:lvl1pPr>
              <a:defRPr/>
            </a:lvl1pPr>
          </a:lstStyle>
          <a:p>
            <a:pPr>
              <a:defRPr/>
            </a:pPr>
            <a:fld id="{C245EB89-E1F0-4213-BFCF-D6A06A13C4EF}" type="slidenum">
              <a:rPr lang="en-US"/>
              <a:pPr>
                <a:defRPr/>
              </a:pPr>
              <a:t>‹#›</a:t>
            </a:fld>
            <a:endParaRPr lang="en-US"/>
          </a:p>
        </p:txBody>
      </p:sp>
    </p:spTree>
    <p:extLst>
      <p:ext uri="{BB962C8B-B14F-4D97-AF65-F5344CB8AC3E}">
        <p14:creationId xmlns:p14="http://schemas.microsoft.com/office/powerpoint/2010/main" val="4037356688"/>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kern="1200" smtId="4294967295"/>
            </a:defPPr>
          </a:lstStyle>
          <a:p>
            <a:r>
              <a:rPr lang="en-US"/>
              <a:t>Click to edit Master title style</a:t>
            </a:r>
          </a:p>
        </p:txBody>
      </p:sp>
      <p:sp>
        <p:nvSpPr>
          <p:cNvPr id="3" name="Rectangle 4"/>
          <p:cNvSpPr>
            <a:spLocks noGrp="1" noChangeArrowheads="1"/>
          </p:cNvSpPr>
          <p:nvPr>
            <p:ph type="dt" sz="half" idx="10"/>
          </p:nvPr>
        </p:nvSpPr>
        <p:spPr/>
        <p:txBody>
          <a:bodyPr/>
          <a:lstStyle>
            <a:defPPr>
              <a:defRPr kern="1200" smtId="4294967295"/>
            </a:defPPr>
            <a:lvl1pPr>
              <a:defRPr/>
            </a:lvl1pPr>
          </a:lstStyle>
          <a:p>
            <a:pPr>
              <a:defRPr/>
            </a:pPr>
            <a:endParaRPr lang="en-US"/>
          </a:p>
        </p:txBody>
      </p:sp>
      <p:sp>
        <p:nvSpPr>
          <p:cNvPr id="4" name="Rectangle 5"/>
          <p:cNvSpPr>
            <a:spLocks noGrp="1" noChangeArrowheads="1"/>
          </p:cNvSpPr>
          <p:nvPr>
            <p:ph type="ftr" sz="quarter" idx="11"/>
          </p:nvPr>
        </p:nvSpPr>
        <p:spPr/>
        <p:txBody>
          <a:bodyPr/>
          <a:lstStyle>
            <a:defPPr>
              <a:defRPr kern="1200" smtId="4294967295"/>
            </a:defPPr>
            <a:lvl1pPr>
              <a:defRPr/>
            </a:lvl1pPr>
          </a:lstStyle>
          <a:p>
            <a:pPr>
              <a:defRPr/>
            </a:pPr>
            <a:endParaRPr lang="en-US"/>
          </a:p>
        </p:txBody>
      </p:sp>
      <p:sp>
        <p:nvSpPr>
          <p:cNvPr id="5" name="Rectangle 6"/>
          <p:cNvSpPr>
            <a:spLocks noGrp="1" noChangeArrowheads="1"/>
          </p:cNvSpPr>
          <p:nvPr>
            <p:ph type="sldNum" sz="quarter" idx="12"/>
          </p:nvPr>
        </p:nvSpPr>
        <p:spPr/>
        <p:txBody>
          <a:bodyPr/>
          <a:lstStyle>
            <a:defPPr>
              <a:defRPr kern="1200" smtId="4294967295"/>
            </a:defPPr>
            <a:lvl1pPr>
              <a:defRPr/>
            </a:lvl1pPr>
          </a:lstStyle>
          <a:p>
            <a:pPr>
              <a:defRPr/>
            </a:pPr>
            <a:fld id="{F9249905-9305-4041-8B60-8DE0824E8129}" type="slidenum">
              <a:rPr lang="en-US"/>
              <a:pPr>
                <a:defRPr/>
              </a:pPr>
              <a:t>‹#›</a:t>
            </a:fld>
            <a:endParaRPr lang="en-US"/>
          </a:p>
        </p:txBody>
      </p:sp>
    </p:spTree>
    <p:extLst>
      <p:ext uri="{BB962C8B-B14F-4D97-AF65-F5344CB8AC3E}">
        <p14:creationId xmlns:p14="http://schemas.microsoft.com/office/powerpoint/2010/main" val="832812194"/>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defPPr>
              <a:defRPr kern="1200" smtId="4294967295"/>
            </a:defPPr>
            <a:lvl1pPr>
              <a:defRPr/>
            </a:lvl1pPr>
          </a:lstStyle>
          <a:p>
            <a:pPr>
              <a:defRPr/>
            </a:pPr>
            <a:endParaRPr lang="en-US"/>
          </a:p>
        </p:txBody>
      </p:sp>
      <p:sp>
        <p:nvSpPr>
          <p:cNvPr id="3" name="Rectangle 5"/>
          <p:cNvSpPr>
            <a:spLocks noGrp="1" noChangeArrowheads="1"/>
          </p:cNvSpPr>
          <p:nvPr>
            <p:ph type="ftr" sz="quarter" idx="11"/>
          </p:nvPr>
        </p:nvSpPr>
        <p:spPr/>
        <p:txBody>
          <a:bodyPr/>
          <a:lstStyle>
            <a:defPPr>
              <a:defRPr kern="1200" smtId="4294967295"/>
            </a:defPPr>
            <a:lvl1pPr>
              <a:defRPr/>
            </a:lvl1pPr>
          </a:lstStyle>
          <a:p>
            <a:pPr>
              <a:defRPr/>
            </a:pPr>
            <a:endParaRPr lang="en-US"/>
          </a:p>
        </p:txBody>
      </p:sp>
      <p:sp>
        <p:nvSpPr>
          <p:cNvPr id="4" name="Rectangle 6"/>
          <p:cNvSpPr>
            <a:spLocks noGrp="1" noChangeArrowheads="1"/>
          </p:cNvSpPr>
          <p:nvPr>
            <p:ph type="sldNum" sz="quarter" idx="12"/>
          </p:nvPr>
        </p:nvSpPr>
        <p:spPr/>
        <p:txBody>
          <a:bodyPr/>
          <a:lstStyle>
            <a:defPPr>
              <a:defRPr kern="1200" smtId="4294967295"/>
            </a:defPPr>
            <a:lvl1pPr>
              <a:defRPr/>
            </a:lvl1pPr>
          </a:lstStyle>
          <a:p>
            <a:pPr>
              <a:defRPr/>
            </a:pPr>
            <a:fld id="{97C76933-D99D-4DC1-BD09-1072CC92B201}" type="slidenum">
              <a:rPr lang="en-US"/>
              <a:pPr>
                <a:defRPr/>
              </a:pPr>
              <a:t>‹#›</a:t>
            </a:fld>
            <a:endParaRPr lang="en-US"/>
          </a:p>
        </p:txBody>
      </p:sp>
    </p:spTree>
    <p:extLst>
      <p:ext uri="{BB962C8B-B14F-4D97-AF65-F5344CB8AC3E}">
        <p14:creationId xmlns:p14="http://schemas.microsoft.com/office/powerpoint/2010/main" val="754493674"/>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45444" y="1748367"/>
            <a:ext cx="10829925" cy="7435851"/>
          </a:xfrm>
        </p:spPr>
        <p:txBody>
          <a:bodyPr anchor="b"/>
          <a:lstStyle>
            <a:defPPr>
              <a:defRPr kern="1200" smtId="4294967295"/>
            </a:defPPr>
            <a:lvl1pPr algn="l">
              <a:defRPr sz="1500" b="1"/>
            </a:lvl1pPr>
          </a:lstStyle>
          <a:p>
            <a:r>
              <a:rPr lang="en-US"/>
              <a:t>Click to edit Master title style</a:t>
            </a:r>
          </a:p>
        </p:txBody>
      </p:sp>
      <p:sp>
        <p:nvSpPr>
          <p:cNvPr id="3" name="Content Placeholder 2"/>
          <p:cNvSpPr>
            <a:spLocks noGrp="1"/>
          </p:cNvSpPr>
          <p:nvPr>
            <p:ph idx="1"/>
          </p:nvPr>
        </p:nvSpPr>
        <p:spPr>
          <a:xfrm>
            <a:off x="12870656" y="1748367"/>
            <a:ext cx="18402300" cy="37458650"/>
          </a:xfrm>
        </p:spPr>
        <p:txBody>
          <a:bodyPr/>
          <a:lstStyle>
            <a:defPPr>
              <a:defRPr kern="1200" smtId="4294967295"/>
            </a:defPPr>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645444" y="9184217"/>
            <a:ext cx="10829925" cy="30022800"/>
          </a:xfrm>
        </p:spPr>
        <p:txBody>
          <a:bodyPr/>
          <a:lstStyle>
            <a:defPPr>
              <a:defRPr kern="1200" smtId="4294967295"/>
            </a:defPPr>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Rectangle 4"/>
          <p:cNvSpPr>
            <a:spLocks noGrp="1" noChangeArrowheads="1"/>
          </p:cNvSpPr>
          <p:nvPr>
            <p:ph type="dt" sz="half" idx="10"/>
          </p:nvPr>
        </p:nvSpPr>
        <p:spPr/>
        <p:txBody>
          <a:bodyPr/>
          <a:lstStyle>
            <a:defPPr>
              <a:defRPr kern="1200" smtId="4294967295"/>
            </a:defPPr>
            <a:lvl1pPr>
              <a:defRPr/>
            </a:lvl1pPr>
          </a:lstStyle>
          <a:p>
            <a:pPr>
              <a:defRPr/>
            </a:pPr>
            <a:endParaRPr lang="en-US"/>
          </a:p>
        </p:txBody>
      </p:sp>
      <p:sp>
        <p:nvSpPr>
          <p:cNvPr id="6" name="Rectangle 5"/>
          <p:cNvSpPr>
            <a:spLocks noGrp="1" noChangeArrowheads="1"/>
          </p:cNvSpPr>
          <p:nvPr>
            <p:ph type="ftr" sz="quarter" idx="11"/>
          </p:nvPr>
        </p:nvSpPr>
        <p:spPr/>
        <p:txBody>
          <a:bodyPr/>
          <a:lstStyle>
            <a:defPPr>
              <a:defRPr kern="1200" smtId="4294967295"/>
            </a:defPPr>
            <a:lvl1pPr>
              <a:defRPr/>
            </a:lvl1pPr>
          </a:lstStyle>
          <a:p>
            <a:pPr>
              <a:defRPr/>
            </a:pPr>
            <a:endParaRPr lang="en-US"/>
          </a:p>
        </p:txBody>
      </p:sp>
      <p:sp>
        <p:nvSpPr>
          <p:cNvPr id="7" name="Rectangle 6"/>
          <p:cNvSpPr>
            <a:spLocks noGrp="1" noChangeArrowheads="1"/>
          </p:cNvSpPr>
          <p:nvPr>
            <p:ph type="sldNum" sz="quarter" idx="12"/>
          </p:nvPr>
        </p:nvSpPr>
        <p:spPr/>
        <p:txBody>
          <a:bodyPr/>
          <a:lstStyle>
            <a:defPPr>
              <a:defRPr kern="1200" smtId="4294967295"/>
            </a:defPPr>
            <a:lvl1pPr>
              <a:defRPr/>
            </a:lvl1pPr>
          </a:lstStyle>
          <a:p>
            <a:pPr>
              <a:defRPr/>
            </a:pPr>
            <a:fld id="{EF6A5529-8465-4E7D-9DB8-D374C51CD792}" type="slidenum">
              <a:rPr lang="en-US"/>
              <a:pPr>
                <a:defRPr/>
              </a:pPr>
              <a:t>‹#›</a:t>
            </a:fld>
            <a:endParaRPr lang="en-US"/>
          </a:p>
        </p:txBody>
      </p:sp>
    </p:spTree>
    <p:extLst>
      <p:ext uri="{BB962C8B-B14F-4D97-AF65-F5344CB8AC3E}">
        <p14:creationId xmlns:p14="http://schemas.microsoft.com/office/powerpoint/2010/main" val="382911112"/>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451997" y="30723418"/>
            <a:ext cx="19751280" cy="3627967"/>
          </a:xfrm>
        </p:spPr>
        <p:txBody>
          <a:bodyPr anchor="b"/>
          <a:lstStyle>
            <a:defPPr>
              <a:defRPr kern="1200" smtId="4294967295"/>
            </a:defPPr>
            <a:lvl1pPr algn="l">
              <a:defRPr sz="1500" b="1"/>
            </a:lvl1pPr>
          </a:lstStyle>
          <a:p>
            <a:r>
              <a:rPr lang="en-US"/>
              <a:t>Click to edit Master title style</a:t>
            </a:r>
          </a:p>
        </p:txBody>
      </p:sp>
      <p:sp>
        <p:nvSpPr>
          <p:cNvPr id="3" name="Picture Placeholder 2"/>
          <p:cNvSpPr>
            <a:spLocks noGrp="1"/>
          </p:cNvSpPr>
          <p:nvPr>
            <p:ph type="pic" idx="1"/>
          </p:nvPr>
        </p:nvSpPr>
        <p:spPr>
          <a:xfrm>
            <a:off x="6451997" y="3922184"/>
            <a:ext cx="19751280" cy="26333450"/>
          </a:xfrm>
        </p:spPr>
        <p:txBody>
          <a:bodyPr/>
          <a:lstStyle>
            <a:defPPr>
              <a:defRPr kern="1200" smtId="4294967295"/>
            </a:defPPr>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en-US" noProof="0"/>
          </a:p>
        </p:txBody>
      </p:sp>
      <p:sp>
        <p:nvSpPr>
          <p:cNvPr id="4" name="Text Placeholder 3"/>
          <p:cNvSpPr>
            <a:spLocks noGrp="1"/>
          </p:cNvSpPr>
          <p:nvPr>
            <p:ph type="body" sz="half" idx="2"/>
          </p:nvPr>
        </p:nvSpPr>
        <p:spPr>
          <a:xfrm>
            <a:off x="6451997" y="34351385"/>
            <a:ext cx="19751280" cy="5149849"/>
          </a:xfrm>
        </p:spPr>
        <p:txBody>
          <a:bodyPr/>
          <a:lstStyle>
            <a:defPPr>
              <a:defRPr kern="1200" smtId="4294967295"/>
            </a:defPPr>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Rectangle 4"/>
          <p:cNvSpPr>
            <a:spLocks noGrp="1" noChangeArrowheads="1"/>
          </p:cNvSpPr>
          <p:nvPr>
            <p:ph type="dt" sz="half" idx="10"/>
          </p:nvPr>
        </p:nvSpPr>
        <p:spPr/>
        <p:txBody>
          <a:bodyPr/>
          <a:lstStyle>
            <a:defPPr>
              <a:defRPr kern="1200" smtId="4294967295"/>
            </a:defPPr>
            <a:lvl1pPr>
              <a:defRPr/>
            </a:lvl1pPr>
          </a:lstStyle>
          <a:p>
            <a:pPr>
              <a:defRPr/>
            </a:pPr>
            <a:endParaRPr lang="en-US"/>
          </a:p>
        </p:txBody>
      </p:sp>
      <p:sp>
        <p:nvSpPr>
          <p:cNvPr id="6" name="Rectangle 5"/>
          <p:cNvSpPr>
            <a:spLocks noGrp="1" noChangeArrowheads="1"/>
          </p:cNvSpPr>
          <p:nvPr>
            <p:ph type="ftr" sz="quarter" idx="11"/>
          </p:nvPr>
        </p:nvSpPr>
        <p:spPr/>
        <p:txBody>
          <a:bodyPr/>
          <a:lstStyle>
            <a:defPPr>
              <a:defRPr kern="1200" smtId="4294967295"/>
            </a:defPPr>
            <a:lvl1pPr>
              <a:defRPr/>
            </a:lvl1pPr>
          </a:lstStyle>
          <a:p>
            <a:pPr>
              <a:defRPr/>
            </a:pPr>
            <a:endParaRPr lang="en-US"/>
          </a:p>
        </p:txBody>
      </p:sp>
      <p:sp>
        <p:nvSpPr>
          <p:cNvPr id="7" name="Rectangle 6"/>
          <p:cNvSpPr>
            <a:spLocks noGrp="1" noChangeArrowheads="1"/>
          </p:cNvSpPr>
          <p:nvPr>
            <p:ph type="sldNum" sz="quarter" idx="12"/>
          </p:nvPr>
        </p:nvSpPr>
        <p:spPr/>
        <p:txBody>
          <a:bodyPr/>
          <a:lstStyle>
            <a:defPPr>
              <a:defRPr kern="1200" smtId="4294967295"/>
            </a:defPPr>
            <a:lvl1pPr>
              <a:defRPr/>
            </a:lvl1pPr>
          </a:lstStyle>
          <a:p>
            <a:pPr>
              <a:defRPr/>
            </a:pPr>
            <a:fld id="{3C022C6C-C3BF-4CE1-8842-0AC597017372}" type="slidenum">
              <a:rPr lang="en-US"/>
              <a:pPr>
                <a:defRPr/>
              </a:pPr>
              <a:t>‹#›</a:t>
            </a:fld>
            <a:endParaRPr lang="en-US"/>
          </a:p>
        </p:txBody>
      </p:sp>
    </p:spTree>
    <p:extLst>
      <p:ext uri="{BB962C8B-B14F-4D97-AF65-F5344CB8AC3E}">
        <p14:creationId xmlns:p14="http://schemas.microsoft.com/office/powerpoint/2010/main" val="2601810504"/>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kern="1200" smtId="4294967295"/>
            </a:defPPr>
          </a:lstStyle>
          <a:p>
            <a:r>
              <a:rPr lang="en-US"/>
              <a:t>Click to edit Master title style</a:t>
            </a:r>
          </a:p>
        </p:txBody>
      </p:sp>
      <p:sp>
        <p:nvSpPr>
          <p:cNvPr id="3" name="Vertical Text Placeholder 2"/>
          <p:cNvSpPr>
            <a:spLocks noGrp="1"/>
          </p:cNvSpPr>
          <p:nvPr>
            <p:ph type="body" orient="vert" idx="1"/>
          </p:nvPr>
        </p:nvSpPr>
        <p:spPr/>
        <p:txBody>
          <a:bodyPr vert="eaVert"/>
          <a:lstStyle>
            <a:defPPr>
              <a:defRPr kern="1200" smtId="4294967295"/>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defPPr>
              <a:defRPr kern="1200" smtId="4294967295"/>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smtId="4294967295"/>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smtId="4294967295"/>
            </a:defPPr>
            <a:lvl1pPr>
              <a:defRPr/>
            </a:lvl1pPr>
          </a:lstStyle>
          <a:p>
            <a:pPr>
              <a:defRPr/>
            </a:pPr>
            <a:fld id="{8A277C51-0625-40F0-8A02-D153CC2D7029}" type="slidenum">
              <a:rPr lang="en-US"/>
              <a:pPr>
                <a:defRPr/>
              </a:pPr>
              <a:t>‹#›</a:t>
            </a:fld>
            <a:endParaRPr lang="en-US"/>
          </a:p>
        </p:txBody>
      </p:sp>
    </p:spTree>
    <p:extLst>
      <p:ext uri="{BB962C8B-B14F-4D97-AF65-F5344CB8AC3E}">
        <p14:creationId xmlns:p14="http://schemas.microsoft.com/office/powerpoint/2010/main" val="4242859031"/>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3866080" y="1756833"/>
            <a:ext cx="7406878" cy="37450185"/>
          </a:xfrm>
        </p:spPr>
        <p:txBody>
          <a:bodyPr vert="eaVert"/>
          <a:lstStyle>
            <a:defPPr>
              <a:defRPr kern="1200" smtId="4294967295"/>
            </a:defPPr>
          </a:lstStyle>
          <a:p>
            <a:r>
              <a:rPr lang="en-US"/>
              <a:t>Click to edit Master title style</a:t>
            </a:r>
          </a:p>
        </p:txBody>
      </p:sp>
      <p:sp>
        <p:nvSpPr>
          <p:cNvPr id="3" name="Vertical Text Placeholder 2"/>
          <p:cNvSpPr>
            <a:spLocks noGrp="1"/>
          </p:cNvSpPr>
          <p:nvPr>
            <p:ph type="body" orient="vert" idx="1"/>
          </p:nvPr>
        </p:nvSpPr>
        <p:spPr>
          <a:xfrm>
            <a:off x="1645444" y="1756833"/>
            <a:ext cx="22106334" cy="37450185"/>
          </a:xfrm>
        </p:spPr>
        <p:txBody>
          <a:bodyPr vert="eaVert"/>
          <a:lstStyle>
            <a:defPPr>
              <a:defRPr kern="1200" smtId="4294967295"/>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defPPr>
              <a:defRPr kern="1200" smtId="4294967295"/>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smtId="4294967295"/>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smtId="4294967295"/>
            </a:defPPr>
            <a:lvl1pPr>
              <a:defRPr/>
            </a:lvl1pPr>
          </a:lstStyle>
          <a:p>
            <a:pPr>
              <a:defRPr/>
            </a:pPr>
            <a:fld id="{6C9A1A37-7051-412A-8F35-8483CD8F48E7}" type="slidenum">
              <a:rPr lang="en-US"/>
              <a:pPr>
                <a:defRPr/>
              </a:pPr>
              <a:t>‹#›</a:t>
            </a:fld>
            <a:endParaRPr lang="en-US"/>
          </a:p>
        </p:txBody>
      </p:sp>
    </p:spTree>
    <p:extLst>
      <p:ext uri="{BB962C8B-B14F-4D97-AF65-F5344CB8AC3E}">
        <p14:creationId xmlns:p14="http://schemas.microsoft.com/office/powerpoint/2010/main" val="37091706"/>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1645444" y="1756833"/>
            <a:ext cx="29627512" cy="7315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70258" tIns="235129" rIns="470258" bIns="235129" anchor="ctr" anchorCtr="0" compatLnSpc="1">
            <a:prstTxWarp prst="textNoShape">
              <a:avLst/>
            </a:prstTxWarp>
          </a:bodyPr>
          <a:lstStyle>
            <a:defPPr>
              <a:defRPr kern="1200" smtId="4294967295"/>
            </a:defPPr>
          </a:lstStyle>
          <a:p>
            <a:pPr lvl="0"/>
            <a:r>
              <a:rPr lang="en-US"/>
              <a:t>Click to edit Master title style</a:t>
            </a:r>
          </a:p>
        </p:txBody>
      </p:sp>
      <p:sp>
        <p:nvSpPr>
          <p:cNvPr id="1027" name="Rectangle 3"/>
          <p:cNvSpPr>
            <a:spLocks noGrp="1" noChangeArrowheads="1"/>
          </p:cNvSpPr>
          <p:nvPr>
            <p:ph type="body" idx="1"/>
          </p:nvPr>
        </p:nvSpPr>
        <p:spPr bwMode="auto">
          <a:xfrm>
            <a:off x="1645444" y="10240433"/>
            <a:ext cx="29627512" cy="2896658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70258" tIns="235129" rIns="470258" bIns="235129" anchor="t" anchorCtr="0" compatLnSpc="1">
            <a:prstTxWarp prst="textNoShape">
              <a:avLst/>
            </a:prstTxWarp>
          </a:bodyPr>
          <a:lstStyle>
            <a:defPPr>
              <a:defRPr kern="1200" smtId="4294967295"/>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1645444" y="39969015"/>
            <a:ext cx="7681913" cy="3048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70258" tIns="235129" rIns="470258" bIns="235129" anchor="t" anchorCtr="0" compatLnSpc="1">
            <a:prstTxWarp prst="textNoShape">
              <a:avLst/>
            </a:prstTxWarp>
          </a:bodyPr>
          <a:lstStyle>
            <a:defPPr>
              <a:defRPr kern="1200" smtId="4294967295"/>
            </a:defPPr>
            <a:lvl1pPr defTabSz="3526631">
              <a:defRPr sz="5400" smtClean="0">
                <a:latin typeface="Arial" pitchFamily="34" charset="0"/>
              </a:defRPr>
            </a:lvl1pPr>
          </a:lstStyle>
          <a:p>
            <a:pPr>
              <a:defRPr/>
            </a:pPr>
            <a:endParaRPr lang="en-US"/>
          </a:p>
        </p:txBody>
      </p:sp>
      <p:sp>
        <p:nvSpPr>
          <p:cNvPr id="1029" name="Rectangle 5"/>
          <p:cNvSpPr>
            <a:spLocks noGrp="1" noChangeArrowheads="1"/>
          </p:cNvSpPr>
          <p:nvPr>
            <p:ph type="ftr" sz="quarter" idx="3"/>
          </p:nvPr>
        </p:nvSpPr>
        <p:spPr bwMode="auto">
          <a:xfrm>
            <a:off x="11246644" y="39969015"/>
            <a:ext cx="10425113" cy="3048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70258" tIns="235129" rIns="470258" bIns="235129" anchor="t" anchorCtr="0" compatLnSpc="1">
            <a:prstTxWarp prst="textNoShape">
              <a:avLst/>
            </a:prstTxWarp>
          </a:bodyPr>
          <a:lstStyle>
            <a:defPPr>
              <a:defRPr kern="1200" smtId="4294967295"/>
            </a:defPPr>
            <a:lvl1pPr algn="ctr" defTabSz="3526631">
              <a:defRPr sz="5400" smtClean="0">
                <a:latin typeface="Arial" pitchFamily="34" charset="0"/>
              </a:defRPr>
            </a:lvl1pPr>
          </a:lstStyle>
          <a:p>
            <a:pPr>
              <a:defRPr/>
            </a:pPr>
            <a:endParaRPr lang="en-US"/>
          </a:p>
        </p:txBody>
      </p:sp>
      <p:sp>
        <p:nvSpPr>
          <p:cNvPr id="1030" name="Rectangle 6"/>
          <p:cNvSpPr>
            <a:spLocks noGrp="1" noChangeArrowheads="1"/>
          </p:cNvSpPr>
          <p:nvPr>
            <p:ph type="sldNum" sz="quarter" idx="4"/>
          </p:nvPr>
        </p:nvSpPr>
        <p:spPr bwMode="auto">
          <a:xfrm>
            <a:off x="23591044" y="39969015"/>
            <a:ext cx="7681913" cy="3048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70258" tIns="235129" rIns="470258" bIns="235129" anchor="t" anchorCtr="0" compatLnSpc="1">
            <a:prstTxWarp prst="textNoShape">
              <a:avLst/>
            </a:prstTxWarp>
          </a:bodyPr>
          <a:lstStyle>
            <a:defPPr>
              <a:defRPr kern="1200" smtId="4294967295"/>
            </a:defPPr>
            <a:lvl1pPr algn="r" defTabSz="3526631">
              <a:defRPr sz="5400" smtClean="0">
                <a:latin typeface="Arial" pitchFamily="34" charset="0"/>
              </a:defRPr>
            </a:lvl1pPr>
          </a:lstStyle>
          <a:p>
            <a:pPr>
              <a:defRPr/>
            </a:pPr>
            <a:fld id="{25043CB6-A91D-4176-912B-555F54C38C99}" type="slidenum">
              <a:rPr lang="en-US"/>
              <a:pPr>
                <a:defRPr/>
              </a:pPr>
              <a:t>‹#›</a:t>
            </a:fld>
            <a:endParaRPr lang="en-US"/>
          </a:p>
        </p:txBody>
      </p:sp>
      <p:pic>
        <p:nvPicPr>
          <p:cNvPr id="1031" name="New picture"/>
          <p:cNvPicPr/>
          <p:nvPr/>
        </p:nvPicPr>
        <p:blipFill>
          <a:blip r:embed="rId13"/>
          <a:stretch>
            <a:fillRect/>
          </a:stretch>
        </p:blipFill>
        <p:spPr>
          <a:xfrm rot="16200000">
            <a:off x="-11506200" y="21945600"/>
            <a:ext cx="14274800" cy="4368800"/>
          </a:xfrm>
          <a:prstGeom prst="rect">
            <a:avLst/>
          </a:prstGeom>
        </p:spPr>
      </p:pic>
      <p:pic>
        <p:nvPicPr>
          <p:cNvPr id="1032" name="New picture"/>
          <p:cNvPicPr/>
          <p:nvPr/>
        </p:nvPicPr>
        <p:blipFill>
          <a:blip r:embed="rId13"/>
          <a:stretch>
            <a:fillRect/>
          </a:stretch>
        </p:blipFill>
        <p:spPr>
          <a:xfrm rot="5400000">
            <a:off x="30149800" y="21945600"/>
            <a:ext cx="14274800" cy="4368800"/>
          </a:xfrm>
          <a:prstGeom prst="rect">
            <a:avLst/>
          </a:prstGeom>
        </p:spPr>
      </p:pic>
      <p:pic>
        <p:nvPicPr>
          <p:cNvPr id="1033" name="New picture"/>
          <p:cNvPicPr/>
          <p:nvPr/>
        </p:nvPicPr>
        <p:blipFill>
          <a:blip r:embed="rId14"/>
          <a:stretch>
            <a:fillRect/>
          </a:stretch>
        </p:blipFill>
        <p:spPr>
          <a:xfrm>
            <a:off x="1473200" y="44399200"/>
            <a:ext cx="29972000" cy="1549400"/>
          </a:xfrm>
          <a:prstGeom prst="rect">
            <a:avLst/>
          </a:prstGeom>
        </p:spPr>
      </p:pic>
      <p:sp>
        <p:nvSpPr>
          <p:cNvPr id="1034" name="New shape"/>
          <p:cNvSpPr/>
          <p:nvPr/>
        </p:nvSpPr>
        <p:spPr>
          <a:xfrm>
            <a:off x="1473200" y="44970700"/>
            <a:ext cx="16459200" cy="127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sz="4880">
                <a:solidFill>
                  <a:srgbClr val="808080"/>
                </a:solidFill>
              </a:rPr>
              <a:t>Template ID: conceptualizingcobalt  Size: 36x48</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txStyles>
    <p:titleStyle>
      <a:defPPr>
        <a:defRPr kern="1200" smtId="4294967295"/>
      </a:defPPr>
      <a:lvl1pPr algn="ctr" defTabSz="3526631" rtl="0" eaLnBrk="0" fontAlgn="base" hangingPunct="0">
        <a:spcBef>
          <a:spcPct val="0"/>
        </a:spcBef>
        <a:spcAft>
          <a:spcPct val="0"/>
        </a:spcAft>
        <a:defRPr sz="16950">
          <a:solidFill>
            <a:schemeClr val="tx2"/>
          </a:solidFill>
          <a:latin typeface="+mj-lt"/>
          <a:ea typeface="+mj-ea"/>
          <a:cs typeface="+mj-cs"/>
        </a:defRPr>
      </a:lvl1pPr>
      <a:lvl2pPr algn="ctr" defTabSz="3526631" rtl="0" eaLnBrk="0" fontAlgn="base" hangingPunct="0">
        <a:spcBef>
          <a:spcPct val="0"/>
        </a:spcBef>
        <a:spcAft>
          <a:spcPct val="0"/>
        </a:spcAft>
        <a:defRPr sz="16950">
          <a:solidFill>
            <a:schemeClr val="tx2"/>
          </a:solidFill>
          <a:latin typeface="Arial" pitchFamily="34" charset="0"/>
        </a:defRPr>
      </a:lvl2pPr>
      <a:lvl3pPr algn="ctr" defTabSz="3526631" rtl="0" eaLnBrk="0" fontAlgn="base" hangingPunct="0">
        <a:spcBef>
          <a:spcPct val="0"/>
        </a:spcBef>
        <a:spcAft>
          <a:spcPct val="0"/>
        </a:spcAft>
        <a:defRPr sz="16950">
          <a:solidFill>
            <a:schemeClr val="tx2"/>
          </a:solidFill>
          <a:latin typeface="Arial" pitchFamily="34" charset="0"/>
        </a:defRPr>
      </a:lvl3pPr>
      <a:lvl4pPr algn="ctr" defTabSz="3526631" rtl="0" eaLnBrk="0" fontAlgn="base" hangingPunct="0">
        <a:spcBef>
          <a:spcPct val="0"/>
        </a:spcBef>
        <a:spcAft>
          <a:spcPct val="0"/>
        </a:spcAft>
        <a:defRPr sz="16950">
          <a:solidFill>
            <a:schemeClr val="tx2"/>
          </a:solidFill>
          <a:latin typeface="Arial" pitchFamily="34" charset="0"/>
        </a:defRPr>
      </a:lvl4pPr>
      <a:lvl5pPr algn="ctr" defTabSz="3526631" rtl="0" eaLnBrk="0" fontAlgn="base" hangingPunct="0">
        <a:spcBef>
          <a:spcPct val="0"/>
        </a:spcBef>
        <a:spcAft>
          <a:spcPct val="0"/>
        </a:spcAft>
        <a:defRPr sz="16950">
          <a:solidFill>
            <a:schemeClr val="tx2"/>
          </a:solidFill>
          <a:latin typeface="Arial" pitchFamily="34" charset="0"/>
        </a:defRPr>
      </a:lvl5pPr>
      <a:lvl6pPr marL="342900" algn="ctr" defTabSz="3526631" rtl="0" fontAlgn="base">
        <a:spcBef>
          <a:spcPct val="0"/>
        </a:spcBef>
        <a:spcAft>
          <a:spcPct val="0"/>
        </a:spcAft>
        <a:defRPr sz="16950">
          <a:solidFill>
            <a:schemeClr val="tx2"/>
          </a:solidFill>
          <a:latin typeface="Arial" pitchFamily="34" charset="0"/>
        </a:defRPr>
      </a:lvl6pPr>
      <a:lvl7pPr marL="685800" algn="ctr" defTabSz="3526631" rtl="0" fontAlgn="base">
        <a:spcBef>
          <a:spcPct val="0"/>
        </a:spcBef>
        <a:spcAft>
          <a:spcPct val="0"/>
        </a:spcAft>
        <a:defRPr sz="16950">
          <a:solidFill>
            <a:schemeClr val="tx2"/>
          </a:solidFill>
          <a:latin typeface="Arial" pitchFamily="34" charset="0"/>
        </a:defRPr>
      </a:lvl7pPr>
      <a:lvl8pPr marL="1028700" algn="ctr" defTabSz="3526631" rtl="0" fontAlgn="base">
        <a:spcBef>
          <a:spcPct val="0"/>
        </a:spcBef>
        <a:spcAft>
          <a:spcPct val="0"/>
        </a:spcAft>
        <a:defRPr sz="16950">
          <a:solidFill>
            <a:schemeClr val="tx2"/>
          </a:solidFill>
          <a:latin typeface="Arial" pitchFamily="34" charset="0"/>
        </a:defRPr>
      </a:lvl8pPr>
      <a:lvl9pPr marL="1371600" algn="ctr" defTabSz="3526631" rtl="0" fontAlgn="base">
        <a:spcBef>
          <a:spcPct val="0"/>
        </a:spcBef>
        <a:spcAft>
          <a:spcPct val="0"/>
        </a:spcAft>
        <a:defRPr sz="16950">
          <a:solidFill>
            <a:schemeClr val="tx2"/>
          </a:solidFill>
          <a:latin typeface="Arial" pitchFamily="34" charset="0"/>
        </a:defRPr>
      </a:lvl9pPr>
    </p:titleStyle>
    <p:bodyStyle>
      <a:defPPr>
        <a:defRPr kern="1200" smtId="4294967295"/>
      </a:defPPr>
      <a:lvl1pPr marL="1322785" indent="-1322785" algn="l" defTabSz="3526631" rtl="0" eaLnBrk="0" fontAlgn="base" hangingPunct="0">
        <a:spcBef>
          <a:spcPct val="20000"/>
        </a:spcBef>
        <a:spcAft>
          <a:spcPct val="0"/>
        </a:spcAft>
        <a:buChar char="•"/>
        <a:defRPr sz="12375">
          <a:solidFill>
            <a:schemeClr val="tx1"/>
          </a:solidFill>
          <a:latin typeface="+mn-lt"/>
          <a:ea typeface="+mn-ea"/>
          <a:cs typeface="+mn-cs"/>
        </a:defRPr>
      </a:lvl1pPr>
      <a:lvl2pPr marL="2865835" indent="-1102519" algn="l" defTabSz="3526631" rtl="0" eaLnBrk="0" fontAlgn="base" hangingPunct="0">
        <a:spcBef>
          <a:spcPct val="20000"/>
        </a:spcBef>
        <a:spcAft>
          <a:spcPct val="0"/>
        </a:spcAft>
        <a:buChar char="–"/>
        <a:defRPr sz="10800">
          <a:solidFill>
            <a:schemeClr val="tx1"/>
          </a:solidFill>
          <a:latin typeface="+mn-lt"/>
        </a:defRPr>
      </a:lvl2pPr>
      <a:lvl3pPr marL="4408885" indent="-882254" algn="l" defTabSz="3526631" rtl="0" eaLnBrk="0" fontAlgn="base" hangingPunct="0">
        <a:spcBef>
          <a:spcPct val="20000"/>
        </a:spcBef>
        <a:spcAft>
          <a:spcPct val="0"/>
        </a:spcAft>
        <a:buChar char="•"/>
        <a:defRPr sz="9225">
          <a:solidFill>
            <a:schemeClr val="tx1"/>
          </a:solidFill>
          <a:latin typeface="+mn-lt"/>
        </a:defRPr>
      </a:lvl3pPr>
      <a:lvl4pPr marL="6172200" indent="-882254" algn="l" defTabSz="3526631" rtl="0" eaLnBrk="0" fontAlgn="base" hangingPunct="0">
        <a:spcBef>
          <a:spcPct val="20000"/>
        </a:spcBef>
        <a:spcAft>
          <a:spcPct val="0"/>
        </a:spcAft>
        <a:buChar char="–"/>
        <a:defRPr sz="7725">
          <a:solidFill>
            <a:schemeClr val="tx1"/>
          </a:solidFill>
          <a:latin typeface="+mn-lt"/>
        </a:defRPr>
      </a:lvl4pPr>
      <a:lvl5pPr marL="7935516" indent="-881063" algn="l" defTabSz="3526631" rtl="0" eaLnBrk="0" fontAlgn="base" hangingPunct="0">
        <a:spcBef>
          <a:spcPct val="20000"/>
        </a:spcBef>
        <a:spcAft>
          <a:spcPct val="0"/>
        </a:spcAft>
        <a:buChar char="»"/>
        <a:defRPr sz="7725">
          <a:solidFill>
            <a:schemeClr val="tx1"/>
          </a:solidFill>
          <a:latin typeface="+mn-lt"/>
        </a:defRPr>
      </a:lvl5pPr>
      <a:lvl6pPr marL="8278416" indent="-881063" algn="l" defTabSz="3526631" rtl="0" fontAlgn="base">
        <a:spcBef>
          <a:spcPct val="20000"/>
        </a:spcBef>
        <a:spcAft>
          <a:spcPct val="0"/>
        </a:spcAft>
        <a:buChar char="»"/>
        <a:defRPr sz="7725">
          <a:solidFill>
            <a:schemeClr val="tx1"/>
          </a:solidFill>
          <a:latin typeface="+mn-lt"/>
        </a:defRPr>
      </a:lvl6pPr>
      <a:lvl7pPr marL="8621316" indent="-881063" algn="l" defTabSz="3526631" rtl="0" fontAlgn="base">
        <a:spcBef>
          <a:spcPct val="20000"/>
        </a:spcBef>
        <a:spcAft>
          <a:spcPct val="0"/>
        </a:spcAft>
        <a:buChar char="»"/>
        <a:defRPr sz="7725">
          <a:solidFill>
            <a:schemeClr val="tx1"/>
          </a:solidFill>
          <a:latin typeface="+mn-lt"/>
        </a:defRPr>
      </a:lvl7pPr>
      <a:lvl8pPr marL="8964216" indent="-881063" algn="l" defTabSz="3526631" rtl="0" fontAlgn="base">
        <a:spcBef>
          <a:spcPct val="20000"/>
        </a:spcBef>
        <a:spcAft>
          <a:spcPct val="0"/>
        </a:spcAft>
        <a:buChar char="»"/>
        <a:defRPr sz="7725">
          <a:solidFill>
            <a:schemeClr val="tx1"/>
          </a:solidFill>
          <a:latin typeface="+mn-lt"/>
        </a:defRPr>
      </a:lvl8pPr>
      <a:lvl9pPr marL="9307116" indent="-881063" algn="l" defTabSz="3526631" rtl="0" fontAlgn="base">
        <a:spcBef>
          <a:spcPct val="20000"/>
        </a:spcBef>
        <a:spcAft>
          <a:spcPct val="0"/>
        </a:spcAft>
        <a:buChar char="»"/>
        <a:defRPr sz="7725">
          <a:solidFill>
            <a:schemeClr val="tx1"/>
          </a:solidFill>
          <a:latin typeface="+mn-lt"/>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5.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Rectangle 27"/>
          <p:cNvSpPr>
            <a:spLocks noChangeArrowheads="1"/>
          </p:cNvSpPr>
          <p:nvPr/>
        </p:nvSpPr>
        <p:spPr bwMode="auto">
          <a:xfrm>
            <a:off x="-48538" y="357542"/>
            <a:ext cx="33009840" cy="4209674"/>
          </a:xfrm>
          <a:prstGeom prst="rect">
            <a:avLst/>
          </a:prstGeom>
          <a:gradFill flip="none" rotWithShape="1">
            <a:gsLst>
              <a:gs pos="0">
                <a:srgbClr val="4D3F65">
                  <a:shade val="30000"/>
                  <a:satMod val="115000"/>
                </a:srgbClr>
              </a:gs>
              <a:gs pos="50000">
                <a:srgbClr val="4D3F65">
                  <a:shade val="67500"/>
                  <a:satMod val="115000"/>
                </a:srgbClr>
              </a:gs>
              <a:gs pos="100000">
                <a:srgbClr val="4D3F65">
                  <a:shade val="100000"/>
                  <a:satMod val="115000"/>
                </a:srgbClr>
              </a:gs>
            </a:gsLst>
            <a:lin ang="18900000" scaled="1"/>
            <a:tileRect/>
          </a:gradFill>
          <a:ln>
            <a:noFill/>
          </a:ln>
        </p:spPr>
        <p:style>
          <a:lnRef idx="2">
            <a:schemeClr val="accent3"/>
          </a:lnRef>
          <a:fillRef idx="1">
            <a:schemeClr val="lt1"/>
          </a:fillRef>
          <a:effectRef idx="0">
            <a:schemeClr val="accent3"/>
          </a:effectRef>
          <a:fontRef idx="minor">
            <a:schemeClr val="dk1"/>
          </a:fontRef>
        </p:style>
        <p:txBody>
          <a:bodyPr wrap="none" anchor="ctr"/>
          <a:lstStyle>
            <a:defPPr>
              <a:defRPr kern="1200" smtId="4294967295"/>
            </a:defPPr>
          </a:lstStyle>
          <a:p>
            <a:pPr algn="r" rtl="1" fontAlgn="base">
              <a:spcBef>
                <a:spcPct val="0"/>
              </a:spcBef>
              <a:spcAft>
                <a:spcPct val="0"/>
              </a:spcAft>
            </a:pPr>
            <a:endParaRPr lang="en-US" sz="6975" dirty="0"/>
          </a:p>
        </p:txBody>
      </p:sp>
      <p:sp>
        <p:nvSpPr>
          <p:cNvPr id="33" name="Rectangle 29"/>
          <p:cNvSpPr>
            <a:spLocks noChangeArrowheads="1"/>
          </p:cNvSpPr>
          <p:nvPr/>
        </p:nvSpPr>
        <p:spPr bwMode="auto">
          <a:xfrm>
            <a:off x="-36369" y="42787853"/>
            <a:ext cx="32954770" cy="1103348"/>
          </a:xfrm>
          <a:prstGeom prst="rect">
            <a:avLst/>
          </a:prstGeom>
          <a:solidFill>
            <a:srgbClr val="4D3F65"/>
          </a:solidFill>
          <a:ln>
            <a:solidFill>
              <a:srgbClr val="1A1A2E"/>
            </a:solidFill>
          </a:ln>
        </p:spPr>
        <p:txBody>
          <a:bodyPr lIns="102870" tIns="51435" rIns="102870" bIns="51435" anchor="ctr"/>
          <a:lstStyle>
            <a:defPPr>
              <a:defRPr kern="1200" smtId="4294967295"/>
            </a:defPPr>
          </a:lstStyle>
          <a:p>
            <a:pPr algn="r" defTabSz="3527822" rtl="1" fontAlgn="base">
              <a:spcBef>
                <a:spcPct val="0"/>
              </a:spcBef>
              <a:spcAft>
                <a:spcPct val="0"/>
              </a:spcAft>
            </a:pPr>
            <a:endParaRPr lang="en-US" sz="6975">
              <a:solidFill>
                <a:schemeClr val="bg1"/>
              </a:solidFill>
              <a:sym typeface="Symbol" pitchFamily="18" charset="2"/>
            </a:endParaRPr>
          </a:p>
        </p:txBody>
      </p:sp>
      <p:sp>
        <p:nvSpPr>
          <p:cNvPr id="2" name="Rectangle 5"/>
          <p:cNvSpPr>
            <a:spLocks noChangeArrowheads="1"/>
          </p:cNvSpPr>
          <p:nvPr/>
        </p:nvSpPr>
        <p:spPr bwMode="auto">
          <a:xfrm>
            <a:off x="1028700" y="5839239"/>
            <a:ext cx="14824821" cy="9062385"/>
          </a:xfrm>
          <a:prstGeom prst="roundRect">
            <a:avLst>
              <a:gd name="adj" fmla="val 1380"/>
            </a:avLst>
          </a:prstGeom>
          <a:solidFill>
            <a:srgbClr val="4D3F65">
              <a:alpha val="20007"/>
            </a:srgbClr>
          </a:solidFill>
          <a:ln>
            <a:noFill/>
          </a:ln>
          <a:effectLst/>
        </p:spPr>
        <p:txBody>
          <a:bodyPr wrap="none" lIns="205740" tIns="51435" rIns="205740" bIns="51435" anchor="ctr"/>
          <a:lstStyle>
            <a:defPPr>
              <a:defRPr kern="1200" smtId="4294967295"/>
            </a:defPPr>
          </a:lstStyle>
          <a:p>
            <a:pPr algn="r" defTabSz="3527822" rtl="1" fontAlgn="base">
              <a:spcBef>
                <a:spcPct val="0"/>
              </a:spcBef>
              <a:spcAft>
                <a:spcPct val="0"/>
              </a:spcAft>
            </a:pPr>
            <a:endParaRPr lang="en-US" sz="2700" dirty="0">
              <a:noFill/>
              <a:latin typeface="Amaranth" panose="02000503050000020004" pitchFamily="2" charset="0"/>
            </a:endParaRPr>
          </a:p>
        </p:txBody>
      </p:sp>
      <p:sp>
        <p:nvSpPr>
          <p:cNvPr id="16" name="Rectangle 5">
            <a:extLst>
              <a:ext uri="{FF2B5EF4-FFF2-40B4-BE49-F238E27FC236}">
                <a16:creationId xmlns:a16="http://schemas.microsoft.com/office/drawing/2014/main" id="{620C51D2-3423-4C6C-A077-34B27F321D2D}"/>
              </a:ext>
            </a:extLst>
          </p:cNvPr>
          <p:cNvSpPr>
            <a:spLocks noChangeArrowheads="1"/>
          </p:cNvSpPr>
          <p:nvPr/>
        </p:nvSpPr>
        <p:spPr bwMode="auto">
          <a:xfrm>
            <a:off x="1050471" y="21087682"/>
            <a:ext cx="14824821" cy="914400"/>
          </a:xfrm>
          <a:prstGeom prst="rect">
            <a:avLst/>
          </a:prstGeom>
          <a:solidFill>
            <a:srgbClr val="4D3F65">
              <a:alpha val="20000"/>
            </a:srgbClr>
          </a:solidFill>
          <a:ln>
            <a:noFill/>
          </a:ln>
          <a:effectLst/>
        </p:spPr>
        <p:txBody>
          <a:bodyPr wrap="none" lIns="205740" tIns="51435" rIns="205740" bIns="51435" anchor="ctr"/>
          <a:lstStyle>
            <a:defPPr>
              <a:defRPr kern="1200" smtId="4294967295"/>
            </a:defPPr>
          </a:lstStyle>
          <a:p>
            <a:pPr defTabSz="3527822"/>
            <a:r>
              <a:rPr lang="en-US" sz="3600" dirty="0">
                <a:solidFill>
                  <a:srgbClr val="5A4A76"/>
                </a:solidFill>
                <a:latin typeface="Amaranth"/>
              </a:rPr>
              <a:t>Methods</a:t>
            </a:r>
          </a:p>
        </p:txBody>
      </p:sp>
      <p:sp>
        <p:nvSpPr>
          <p:cNvPr id="18" name="Rectangle 5">
            <a:extLst>
              <a:ext uri="{FF2B5EF4-FFF2-40B4-BE49-F238E27FC236}">
                <a16:creationId xmlns:a16="http://schemas.microsoft.com/office/drawing/2014/main" id="{88133C58-052D-4585-823B-31740DB45AF4}"/>
              </a:ext>
            </a:extLst>
          </p:cNvPr>
          <p:cNvSpPr>
            <a:spLocks noChangeArrowheads="1"/>
          </p:cNvSpPr>
          <p:nvPr/>
        </p:nvSpPr>
        <p:spPr bwMode="auto">
          <a:xfrm>
            <a:off x="1428862" y="6172528"/>
            <a:ext cx="14024497" cy="837586"/>
          </a:xfrm>
          <a:prstGeom prst="rect">
            <a:avLst/>
          </a:prstGeom>
          <a:noFill/>
          <a:ln>
            <a:noFill/>
          </a:ln>
          <a:effectLst/>
        </p:spPr>
        <p:txBody>
          <a:bodyPr wrap="none" lIns="102870" tIns="51435" rIns="102870" bIns="51435" anchor="ctr"/>
          <a:lstStyle>
            <a:defPPr>
              <a:defRPr kern="1200" smtId="4294967295"/>
            </a:defPPr>
          </a:lstStyle>
          <a:p>
            <a:pPr defTabSz="3527822"/>
            <a:r>
              <a:rPr lang="en-US" sz="3600" dirty="0">
                <a:solidFill>
                  <a:srgbClr val="5A4A76"/>
                </a:solidFill>
                <a:latin typeface="Amaranth" panose="02000503050000020004" pitchFamily="2" charset="0"/>
              </a:rPr>
              <a:t>Introduction</a:t>
            </a:r>
          </a:p>
        </p:txBody>
      </p:sp>
      <p:sp>
        <p:nvSpPr>
          <p:cNvPr id="20" name="Rectangle 5">
            <a:extLst>
              <a:ext uri="{FF2B5EF4-FFF2-40B4-BE49-F238E27FC236}">
                <a16:creationId xmlns:a16="http://schemas.microsoft.com/office/drawing/2014/main" id="{1D190742-CABF-42B7-98F1-0542A6A25BED}"/>
              </a:ext>
            </a:extLst>
          </p:cNvPr>
          <p:cNvSpPr>
            <a:spLocks noChangeArrowheads="1"/>
          </p:cNvSpPr>
          <p:nvPr/>
        </p:nvSpPr>
        <p:spPr bwMode="auto">
          <a:xfrm>
            <a:off x="17326134" y="29627257"/>
            <a:ext cx="14824821" cy="914400"/>
          </a:xfrm>
          <a:prstGeom prst="rect">
            <a:avLst/>
          </a:prstGeom>
          <a:solidFill>
            <a:srgbClr val="4D3F65">
              <a:alpha val="20000"/>
            </a:srgbClr>
          </a:solidFill>
          <a:ln>
            <a:noFill/>
          </a:ln>
          <a:effectLst/>
        </p:spPr>
        <p:txBody>
          <a:bodyPr wrap="none" lIns="205740" tIns="51435" rIns="205740" bIns="51435" anchor="ctr"/>
          <a:lstStyle>
            <a:defPPr>
              <a:defRPr kern="1200" smtId="4294967295"/>
            </a:defPPr>
          </a:lstStyle>
          <a:p>
            <a:pPr defTabSz="3527822"/>
            <a:r>
              <a:rPr lang="en-US" sz="3600" dirty="0">
                <a:solidFill>
                  <a:srgbClr val="5A4A76"/>
                </a:solidFill>
                <a:latin typeface="Amaranth"/>
              </a:rPr>
              <a:t>Acknowledgements</a:t>
            </a:r>
          </a:p>
        </p:txBody>
      </p:sp>
      <p:sp>
        <p:nvSpPr>
          <p:cNvPr id="22" name="Rectangle 5">
            <a:extLst>
              <a:ext uri="{FF2B5EF4-FFF2-40B4-BE49-F238E27FC236}">
                <a16:creationId xmlns:a16="http://schemas.microsoft.com/office/drawing/2014/main" id="{435770D1-B565-D34D-A3C9-608F988B68DA}"/>
              </a:ext>
            </a:extLst>
          </p:cNvPr>
          <p:cNvSpPr>
            <a:spLocks noChangeArrowheads="1"/>
          </p:cNvSpPr>
          <p:nvPr/>
        </p:nvSpPr>
        <p:spPr bwMode="auto">
          <a:xfrm>
            <a:off x="1050471" y="15511415"/>
            <a:ext cx="14802123" cy="914400"/>
          </a:xfrm>
          <a:prstGeom prst="rect">
            <a:avLst/>
          </a:prstGeom>
          <a:solidFill>
            <a:srgbClr val="4D3F65">
              <a:alpha val="20000"/>
            </a:srgbClr>
          </a:solidFill>
          <a:ln>
            <a:noFill/>
          </a:ln>
          <a:effectLst/>
        </p:spPr>
        <p:txBody>
          <a:bodyPr wrap="none" lIns="205740" tIns="51435" rIns="205740" bIns="51435" anchor="ctr"/>
          <a:lstStyle>
            <a:defPPr>
              <a:defRPr kern="1200" smtId="4294967295"/>
            </a:defPPr>
          </a:lstStyle>
          <a:p>
            <a:pPr defTabSz="3527822"/>
            <a:r>
              <a:rPr lang="en-US" sz="3600" dirty="0">
                <a:solidFill>
                  <a:srgbClr val="5A4A76"/>
                </a:solidFill>
                <a:latin typeface="Amaranth"/>
              </a:rPr>
              <a:t>Objectives</a:t>
            </a:r>
          </a:p>
        </p:txBody>
      </p:sp>
      <p:sp>
        <p:nvSpPr>
          <p:cNvPr id="24" name="Rectangle 5">
            <a:extLst>
              <a:ext uri="{FF2B5EF4-FFF2-40B4-BE49-F238E27FC236}">
                <a16:creationId xmlns:a16="http://schemas.microsoft.com/office/drawing/2014/main" id="{01784E34-44A8-E244-95EA-40C08C368155}"/>
              </a:ext>
            </a:extLst>
          </p:cNvPr>
          <p:cNvSpPr>
            <a:spLocks noChangeArrowheads="1"/>
          </p:cNvSpPr>
          <p:nvPr/>
        </p:nvSpPr>
        <p:spPr bwMode="auto">
          <a:xfrm>
            <a:off x="17365796" y="26451407"/>
            <a:ext cx="14824821" cy="1042837"/>
          </a:xfrm>
          <a:prstGeom prst="rect">
            <a:avLst/>
          </a:prstGeom>
          <a:solidFill>
            <a:srgbClr val="4D3F65">
              <a:alpha val="20000"/>
            </a:srgbClr>
          </a:solidFill>
          <a:ln>
            <a:noFill/>
          </a:ln>
          <a:effectLst/>
        </p:spPr>
        <p:txBody>
          <a:bodyPr wrap="none" lIns="205740" tIns="51435" rIns="205740" bIns="51435" anchor="ctr"/>
          <a:lstStyle>
            <a:defPPr>
              <a:defRPr kern="1200" smtId="4294967295"/>
            </a:defPPr>
          </a:lstStyle>
          <a:p>
            <a:pPr defTabSz="3527822"/>
            <a:r>
              <a:rPr lang="en-US" sz="3600" dirty="0">
                <a:solidFill>
                  <a:srgbClr val="5A4A76"/>
                </a:solidFill>
                <a:latin typeface="Amaranth"/>
              </a:rPr>
              <a:t>References</a:t>
            </a:r>
          </a:p>
        </p:txBody>
      </p:sp>
      <p:sp>
        <p:nvSpPr>
          <p:cNvPr id="25" name="TextBox 24">
            <a:extLst>
              <a:ext uri="{FF2B5EF4-FFF2-40B4-BE49-F238E27FC236}">
                <a16:creationId xmlns:a16="http://schemas.microsoft.com/office/drawing/2014/main" id="{DA251ED0-DCFE-DF46-90E7-23CAFC8616F0}"/>
              </a:ext>
            </a:extLst>
          </p:cNvPr>
          <p:cNvSpPr txBox="1"/>
          <p:nvPr/>
        </p:nvSpPr>
        <p:spPr>
          <a:xfrm>
            <a:off x="17365796" y="27987480"/>
            <a:ext cx="14383580" cy="1631216"/>
          </a:xfrm>
          <a:prstGeom prst="rect">
            <a:avLst/>
          </a:prstGeom>
          <a:noFill/>
        </p:spPr>
        <p:txBody>
          <a:bodyPr wrap="square" rtlCol="0">
            <a:spAutoFit/>
          </a:bodyPr>
          <a:lstStyle>
            <a:defPPr>
              <a:defRPr kern="1200" smtId="4294967295"/>
            </a:defPPr>
          </a:lstStyle>
          <a:p>
            <a:pPr marL="342900" lvl="0" indent="-342900" eaLnBrk="0" hangingPunct="0">
              <a:buFont typeface="Arial" panose="020B0604020202020204" pitchFamily="34" charset="0"/>
              <a:buChar char="•"/>
            </a:pPr>
            <a:r>
              <a:rPr lang="en-US" altLang="en-US" sz="2000" dirty="0">
                <a:latin typeface="Titillium Web" panose="00000500000000000000" pitchFamily="2" charset="0"/>
              </a:rPr>
              <a:t>Google Maps Platform Documentation </a:t>
            </a:r>
          </a:p>
          <a:p>
            <a:pPr marL="342900" lvl="0" indent="-342900" eaLnBrk="0" hangingPunct="0">
              <a:buFont typeface="Arial" panose="020B0604020202020204" pitchFamily="34" charset="0"/>
              <a:buChar char="•"/>
            </a:pPr>
            <a:r>
              <a:rPr lang="en-US" altLang="en-US" sz="2000" dirty="0">
                <a:latin typeface="Titillium Web" panose="00000500000000000000" pitchFamily="2" charset="0"/>
              </a:rPr>
              <a:t>Firebase Documentation (Realtime Database &amp; Cloud Functions) </a:t>
            </a:r>
          </a:p>
          <a:p>
            <a:pPr marL="342900" lvl="0" indent="-342900" eaLnBrk="0" hangingPunct="0">
              <a:buFont typeface="Arial" panose="020B0604020202020204" pitchFamily="34" charset="0"/>
              <a:buChar char="•"/>
            </a:pPr>
            <a:r>
              <a:rPr lang="en-US" altLang="en-US" sz="2000" dirty="0">
                <a:latin typeface="Titillium Web" panose="00000500000000000000" pitchFamily="2" charset="0"/>
              </a:rPr>
              <a:t>TensorFlow/</a:t>
            </a:r>
            <a:r>
              <a:rPr lang="en-US" altLang="en-US" sz="2000" dirty="0" err="1">
                <a:latin typeface="Titillium Web" panose="00000500000000000000" pitchFamily="2" charset="0"/>
              </a:rPr>
              <a:t>Keras</a:t>
            </a:r>
            <a:r>
              <a:rPr lang="en-US" altLang="en-US" sz="2000" dirty="0">
                <a:latin typeface="Titillium Web" panose="00000500000000000000" pitchFamily="2" charset="0"/>
              </a:rPr>
              <a:t> Documentation </a:t>
            </a:r>
          </a:p>
          <a:p>
            <a:pPr marL="342900" lvl="0" indent="-342900" eaLnBrk="0" hangingPunct="0">
              <a:buFont typeface="Arial" panose="020B0604020202020204" pitchFamily="34" charset="0"/>
              <a:buChar char="•"/>
            </a:pPr>
            <a:r>
              <a:rPr lang="en-US" altLang="en-US" sz="2000" dirty="0">
                <a:latin typeface="Titillium Web" panose="00000500000000000000" pitchFamily="2" charset="0"/>
              </a:rPr>
              <a:t>Relevant research papers on GPS-based anomaly detection and crowd monitoring </a:t>
            </a:r>
            <a:br>
              <a:rPr lang="en-US" sz="2000" dirty="0">
                <a:latin typeface="Titillium Web" panose="00000500000000000000" pitchFamily="2" charset="0"/>
              </a:rPr>
            </a:br>
            <a:endParaRPr lang="en-US" sz="2000" dirty="0">
              <a:latin typeface="Titillium Web" panose="00000500000000000000" pitchFamily="2" charset="0"/>
              <a:ea typeface="Open Sans" panose="020B0606030504020204" pitchFamily="34" charset="0"/>
              <a:cs typeface="Open Sans" panose="020B0606030504020204" pitchFamily="34" charset="0"/>
            </a:endParaRPr>
          </a:p>
        </p:txBody>
      </p:sp>
      <p:sp>
        <p:nvSpPr>
          <p:cNvPr id="13" name="Rectangle 12">
            <a:extLst>
              <a:ext uri="{FF2B5EF4-FFF2-40B4-BE49-F238E27FC236}">
                <a16:creationId xmlns:a16="http://schemas.microsoft.com/office/drawing/2014/main" id="{7E4B1285-9B33-4184-A99E-DDCB897B58DC}"/>
              </a:ext>
            </a:extLst>
          </p:cNvPr>
          <p:cNvSpPr/>
          <p:nvPr/>
        </p:nvSpPr>
        <p:spPr bwMode="auto">
          <a:xfrm>
            <a:off x="656492" y="533114"/>
            <a:ext cx="31494463" cy="3794589"/>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4702175" rtl="0" eaLnBrk="1" fontAlgn="base" latinLnBrk="0" hangingPunct="1">
              <a:lnSpc>
                <a:spcPct val="100000"/>
              </a:lnSpc>
              <a:spcBef>
                <a:spcPct val="0"/>
              </a:spcBef>
              <a:spcAft>
                <a:spcPct val="0"/>
              </a:spcAft>
              <a:buClrTx/>
              <a:buSzTx/>
              <a:buFontTx/>
              <a:buNone/>
              <a:tabLst/>
            </a:pPr>
            <a:endParaRPr kumimoji="0" lang="en-GB" sz="9300" b="0" i="0" u="none" strike="noStrike" cap="none" normalizeH="0" baseline="0">
              <a:ln>
                <a:noFill/>
              </a:ln>
              <a:solidFill>
                <a:schemeClr val="tx1"/>
              </a:solidFill>
              <a:effectLst/>
              <a:latin typeface="Arial" pitchFamily="34" charset="0"/>
            </a:endParaRPr>
          </a:p>
        </p:txBody>
      </p:sp>
      <p:sp>
        <p:nvSpPr>
          <p:cNvPr id="31" name="Title 11">
            <a:extLst>
              <a:ext uri="{FF2B5EF4-FFF2-40B4-BE49-F238E27FC236}">
                <a16:creationId xmlns:a16="http://schemas.microsoft.com/office/drawing/2014/main" id="{A3F6428D-1FA6-42BA-BAEA-3577E1620F6B}"/>
              </a:ext>
            </a:extLst>
          </p:cNvPr>
          <p:cNvSpPr txBox="1"/>
          <p:nvPr/>
        </p:nvSpPr>
        <p:spPr>
          <a:xfrm>
            <a:off x="876300" y="679646"/>
            <a:ext cx="30460838" cy="1163704"/>
          </a:xfrm>
          <a:prstGeom prst="rect">
            <a:avLst/>
          </a:prstGeom>
        </p:spPr>
        <p:txBody>
          <a:bodyPr lIns="96012" tIns="48006" rIns="96012" bIns="48006"/>
          <a:lstStyle>
            <a:defPPr>
              <a:defRPr kern="1200" smtId="4294967295"/>
            </a:defPPr>
            <a:lvl1pPr algn="ctr" defTabSz="4389028" rtl="0" eaLnBrk="1" latinLnBrk="0" hangingPunct="1">
              <a:spcBef>
                <a:spcPct val="0"/>
              </a:spcBef>
              <a:buNone/>
              <a:defRPr sz="13400" kern="1200">
                <a:solidFill>
                  <a:schemeClr val="tx1"/>
                </a:solidFill>
                <a:latin typeface="+mj-lt"/>
                <a:ea typeface="+mj-ea"/>
                <a:cs typeface="+mj-cs"/>
              </a:defRPr>
            </a:lvl1pPr>
          </a:lstStyle>
          <a:p>
            <a:pPr algn="l"/>
            <a:r>
              <a:rPr lang="en-US" sz="6400" dirty="0">
                <a:solidFill>
                  <a:schemeClr val="bg1"/>
                </a:solidFill>
                <a:latin typeface="Amaranth" panose="02000503050000020004" pitchFamily="2" charset="0"/>
              </a:rPr>
              <a:t>Masar: AI-Powered Pilgrim Tracking and Safety System (Hajj track)</a:t>
            </a:r>
          </a:p>
        </p:txBody>
      </p:sp>
      <p:sp>
        <p:nvSpPr>
          <p:cNvPr id="35" name="Text Placeholder 16">
            <a:extLst>
              <a:ext uri="{FF2B5EF4-FFF2-40B4-BE49-F238E27FC236}">
                <a16:creationId xmlns:a16="http://schemas.microsoft.com/office/drawing/2014/main" id="{30C08963-BE29-4B96-B122-F15F02A3F7E3}"/>
              </a:ext>
            </a:extLst>
          </p:cNvPr>
          <p:cNvSpPr txBox="1"/>
          <p:nvPr/>
        </p:nvSpPr>
        <p:spPr>
          <a:xfrm>
            <a:off x="876300" y="1933950"/>
            <a:ext cx="30460838" cy="2222373"/>
          </a:xfrm>
          <a:prstGeom prst="rect">
            <a:avLst/>
          </a:prstGeom>
          <a:noFill/>
          <a:ln>
            <a:noFill/>
          </a:ln>
        </p:spPr>
        <p:txBody>
          <a:bodyPr lIns="96012" tIns="48006" rIns="96012" bIns="48006" anchor="t"/>
          <a:lstStyle>
            <a:defPPr>
              <a:defRPr kern="1200" smtId="4294967295"/>
            </a:defPPr>
            <a:lvl1pPr marL="0" indent="0" algn="l" defTabSz="4389028" rtl="0" eaLnBrk="1" latinLnBrk="0" hangingPunct="1">
              <a:spcBef>
                <a:spcPct val="20000"/>
              </a:spcBef>
              <a:buFont typeface="Arial" pitchFamily="34" charset="0"/>
              <a:buNone/>
              <a:defRPr sz="13400" kern="1200" baseline="0">
                <a:solidFill>
                  <a:schemeClr val="tx1"/>
                </a:solidFill>
                <a:latin typeface="+mn-lt"/>
                <a:ea typeface="+mn-ea"/>
                <a:cs typeface="+mn-cs"/>
              </a:defRPr>
            </a:lvl1pPr>
            <a:lvl2pPr marL="3566086" indent="-1371572" algn="l" defTabSz="4389028" rtl="0" eaLnBrk="1" latinLnBrk="0" hangingPunct="1">
              <a:spcBef>
                <a:spcPct val="20000"/>
              </a:spcBef>
              <a:buFont typeface="Arial" pitchFamily="34" charset="0"/>
              <a:buChar char="–"/>
              <a:defRPr sz="13400" kern="1200">
                <a:solidFill>
                  <a:schemeClr val="tx1"/>
                </a:solidFill>
                <a:latin typeface="+mn-lt"/>
                <a:ea typeface="+mn-ea"/>
                <a:cs typeface="+mn-cs"/>
              </a:defRPr>
            </a:lvl2pPr>
            <a:lvl3pPr marL="5486286" indent="-1097257" algn="l" defTabSz="4389028" rtl="0" eaLnBrk="1" latinLnBrk="0" hangingPunct="1">
              <a:spcBef>
                <a:spcPct val="20000"/>
              </a:spcBef>
              <a:buFont typeface="Arial" pitchFamily="34" charset="0"/>
              <a:buChar char="•"/>
              <a:defRPr sz="11500" kern="1200">
                <a:solidFill>
                  <a:schemeClr val="tx1"/>
                </a:solidFill>
                <a:latin typeface="+mn-lt"/>
                <a:ea typeface="+mn-ea"/>
                <a:cs typeface="+mn-cs"/>
              </a:defRPr>
            </a:lvl3pPr>
            <a:lvl4pPr marL="7680800" indent="-1097257" algn="l" defTabSz="4389028" rtl="0" eaLnBrk="1" latinLnBrk="0" hangingPunct="1">
              <a:spcBef>
                <a:spcPct val="20000"/>
              </a:spcBef>
              <a:buFont typeface="Arial" pitchFamily="34" charset="0"/>
              <a:buChar char="–"/>
              <a:defRPr sz="9700" kern="1200">
                <a:solidFill>
                  <a:schemeClr val="tx1"/>
                </a:solidFill>
                <a:latin typeface="+mn-lt"/>
                <a:ea typeface="+mn-ea"/>
                <a:cs typeface="+mn-cs"/>
              </a:defRPr>
            </a:lvl4pPr>
            <a:lvl5pPr marL="9875314" indent="-1097257" algn="l" defTabSz="4389028" rtl="0" eaLnBrk="1" latinLnBrk="0" hangingPunct="1">
              <a:spcBef>
                <a:spcPct val="20000"/>
              </a:spcBef>
              <a:buFont typeface="Arial" pitchFamily="34" charset="0"/>
              <a:buChar char="»"/>
              <a:defRPr sz="9700" kern="1200">
                <a:solidFill>
                  <a:schemeClr val="tx1"/>
                </a:solidFill>
                <a:latin typeface="+mn-lt"/>
                <a:ea typeface="+mn-ea"/>
                <a:cs typeface="+mn-cs"/>
              </a:defRPr>
            </a:lvl5pPr>
            <a:lvl6pPr marL="12069828" indent="-1097257" algn="l" defTabSz="4389028" rtl="0" eaLnBrk="1" latinLnBrk="0" hangingPunct="1">
              <a:spcBef>
                <a:spcPct val="20000"/>
              </a:spcBef>
              <a:buFont typeface="Arial" pitchFamily="34" charset="0"/>
              <a:buChar char="•"/>
              <a:defRPr sz="9700" kern="1200">
                <a:solidFill>
                  <a:schemeClr val="tx1"/>
                </a:solidFill>
                <a:latin typeface="+mn-lt"/>
                <a:ea typeface="+mn-ea"/>
                <a:cs typeface="+mn-cs"/>
              </a:defRPr>
            </a:lvl6pPr>
            <a:lvl7pPr marL="14264342" indent="-1097257" algn="l" defTabSz="4389028" rtl="0" eaLnBrk="1" latinLnBrk="0" hangingPunct="1">
              <a:spcBef>
                <a:spcPct val="20000"/>
              </a:spcBef>
              <a:buFont typeface="Arial" pitchFamily="34" charset="0"/>
              <a:buChar char="•"/>
              <a:defRPr sz="9700" kern="1200">
                <a:solidFill>
                  <a:schemeClr val="tx1"/>
                </a:solidFill>
                <a:latin typeface="+mn-lt"/>
                <a:ea typeface="+mn-ea"/>
                <a:cs typeface="+mn-cs"/>
              </a:defRPr>
            </a:lvl7pPr>
            <a:lvl8pPr marL="16458857" indent="-1097257" algn="l" defTabSz="4389028" rtl="0" eaLnBrk="1" latinLnBrk="0" hangingPunct="1">
              <a:spcBef>
                <a:spcPct val="20000"/>
              </a:spcBef>
              <a:buFont typeface="Arial" pitchFamily="34" charset="0"/>
              <a:buChar char="•"/>
              <a:defRPr sz="9700" kern="1200">
                <a:solidFill>
                  <a:schemeClr val="tx1"/>
                </a:solidFill>
                <a:latin typeface="+mn-lt"/>
                <a:ea typeface="+mn-ea"/>
                <a:cs typeface="+mn-cs"/>
              </a:defRPr>
            </a:lvl8pPr>
            <a:lvl9pPr marL="18653371" indent="-1097257" algn="l" defTabSz="4389028" rtl="0" eaLnBrk="1" latinLnBrk="0" hangingPunct="1">
              <a:spcBef>
                <a:spcPct val="20000"/>
              </a:spcBef>
              <a:buFont typeface="Arial" pitchFamily="34" charset="0"/>
              <a:buChar char="•"/>
              <a:defRPr sz="9700" kern="1200">
                <a:solidFill>
                  <a:schemeClr val="tx1"/>
                </a:solidFill>
                <a:latin typeface="+mn-lt"/>
                <a:ea typeface="+mn-ea"/>
                <a:cs typeface="+mn-cs"/>
              </a:defRPr>
            </a:lvl9pPr>
          </a:lstStyle>
          <a:p>
            <a:r>
              <a:rPr lang="en-US" sz="3600" b="1" dirty="0">
                <a:solidFill>
                  <a:schemeClr val="bg1"/>
                </a:solidFill>
                <a:latin typeface="Titillium Web"/>
              </a:rPr>
              <a:t>Abdulaziz Fahad Etaiwi, Faisal Abdulkarim Almars, Omar Safwat Alshargawi, Safwan Mohammed Alimam, Abdulrahman Alsumairi</a:t>
            </a:r>
          </a:p>
          <a:p>
            <a:r>
              <a:rPr lang="en-US" sz="4200" dirty="0">
                <a:solidFill>
                  <a:schemeClr val="bg1"/>
                </a:solidFill>
                <a:latin typeface="Titillium Web"/>
              </a:rPr>
              <a:t>Dr. Anas Alkarim</a:t>
            </a:r>
            <a:endParaRPr lang="en-US" sz="4200" dirty="0">
              <a:solidFill>
                <a:schemeClr val="bg1"/>
              </a:solidFill>
              <a:latin typeface="Titillium Web" panose="00000500000000000000" pitchFamily="2" charset="0"/>
            </a:endParaRPr>
          </a:p>
          <a:p>
            <a:r>
              <a:rPr lang="en-US" sz="4200">
                <a:solidFill>
                  <a:schemeClr val="bg1"/>
                </a:solidFill>
                <a:latin typeface="Titillium Web"/>
              </a:rPr>
              <a:t>College of Computer Science and Engineering, </a:t>
            </a:r>
            <a:r>
              <a:rPr lang="en-US" sz="4200" dirty="0">
                <a:solidFill>
                  <a:schemeClr val="bg1"/>
                </a:solidFill>
                <a:latin typeface="Titillium Web"/>
              </a:rPr>
              <a:t>Artificial Intelligence</a:t>
            </a:r>
          </a:p>
        </p:txBody>
      </p:sp>
      <p:sp>
        <p:nvSpPr>
          <p:cNvPr id="5" name="Rectangle 5">
            <a:extLst>
              <a:ext uri="{FF2B5EF4-FFF2-40B4-BE49-F238E27FC236}">
                <a16:creationId xmlns:a16="http://schemas.microsoft.com/office/drawing/2014/main" id="{D3BC94A7-6F98-4CE2-3B47-83BD1213F96C}"/>
              </a:ext>
            </a:extLst>
          </p:cNvPr>
          <p:cNvSpPr>
            <a:spLocks noChangeArrowheads="1"/>
          </p:cNvSpPr>
          <p:nvPr/>
        </p:nvSpPr>
        <p:spPr bwMode="auto">
          <a:xfrm>
            <a:off x="17380425" y="18237968"/>
            <a:ext cx="14824821" cy="914400"/>
          </a:xfrm>
          <a:prstGeom prst="rect">
            <a:avLst/>
          </a:prstGeom>
          <a:solidFill>
            <a:srgbClr val="4D3F65">
              <a:alpha val="20000"/>
            </a:srgbClr>
          </a:solidFill>
          <a:ln>
            <a:noFill/>
          </a:ln>
          <a:effectLst/>
        </p:spPr>
        <p:txBody>
          <a:bodyPr wrap="none" lIns="205740" tIns="51435" rIns="205740" bIns="51435" anchor="ctr"/>
          <a:lstStyle>
            <a:defPPr>
              <a:defRPr kern="1200" smtId="4294967295"/>
            </a:defPPr>
          </a:lstStyle>
          <a:p>
            <a:pPr defTabSz="3527822"/>
            <a:r>
              <a:rPr lang="en-US" sz="3600" dirty="0">
                <a:solidFill>
                  <a:srgbClr val="5A4A76"/>
                </a:solidFill>
                <a:latin typeface="Amaranth"/>
              </a:rPr>
              <a:t>Conclusion</a:t>
            </a:r>
          </a:p>
        </p:txBody>
      </p:sp>
      <p:sp>
        <p:nvSpPr>
          <p:cNvPr id="8" name="مستطيل 7">
            <a:extLst>
              <a:ext uri="{FF2B5EF4-FFF2-40B4-BE49-F238E27FC236}">
                <a16:creationId xmlns:a16="http://schemas.microsoft.com/office/drawing/2014/main" id="{5E6AE3AE-FB5B-2BA4-BA19-92B77D131F49}"/>
              </a:ext>
            </a:extLst>
          </p:cNvPr>
          <p:cNvSpPr/>
          <p:nvPr/>
        </p:nvSpPr>
        <p:spPr bwMode="auto">
          <a:xfrm>
            <a:off x="-3775" y="7727"/>
            <a:ext cx="32935653" cy="316301"/>
          </a:xfrm>
          <a:prstGeom prst="rect">
            <a:avLst/>
          </a:prstGeom>
          <a:solidFill>
            <a:srgbClr val="4D3F65">
              <a:alpha val="50000"/>
            </a:srgbClr>
          </a:solidFill>
          <a:ln w="9525" cap="flat" cmpd="sng" algn="ctr">
            <a:noFill/>
            <a:prstDash val="solid"/>
            <a:round/>
            <a:headEnd type="none" w="med" len="med"/>
            <a:tailEnd type="none" w="med" len="med"/>
          </a:ln>
          <a:effectLst/>
        </p:spPr>
        <p:txBody>
          <a:bodyPr vert="horz" wrap="square" lIns="91440" tIns="45720" rIns="91440" bIns="45720" numCol="1" rtlCol="1" anchor="t" anchorCtr="0" compatLnSpc="1">
            <a:prstTxWarp prst="textNoShape">
              <a:avLst/>
            </a:prstTxWarp>
          </a:bodyPr>
          <a:lstStyle/>
          <a:p>
            <a:pPr marL="0" marR="0" indent="0" algn="r" defTabSz="4702175" rtl="1" eaLnBrk="1" fontAlgn="base" latinLnBrk="0" hangingPunct="1">
              <a:lnSpc>
                <a:spcPct val="100000"/>
              </a:lnSpc>
              <a:spcBef>
                <a:spcPct val="0"/>
              </a:spcBef>
              <a:spcAft>
                <a:spcPct val="0"/>
              </a:spcAft>
              <a:buClrTx/>
              <a:buSzTx/>
              <a:buFontTx/>
              <a:buNone/>
              <a:tabLst/>
            </a:pPr>
            <a:endParaRPr kumimoji="0" lang="ar-SA" sz="9300" b="0" i="0" u="none" strike="noStrike" cap="none" normalizeH="0" baseline="0">
              <a:ln>
                <a:noFill/>
              </a:ln>
              <a:solidFill>
                <a:schemeClr val="tx1"/>
              </a:solidFill>
              <a:effectLst/>
              <a:latin typeface="Arial" pitchFamily="34" charset="0"/>
            </a:endParaRPr>
          </a:p>
        </p:txBody>
      </p:sp>
      <p:sp>
        <p:nvSpPr>
          <p:cNvPr id="28" name="مستطيل 27">
            <a:extLst>
              <a:ext uri="{FF2B5EF4-FFF2-40B4-BE49-F238E27FC236}">
                <a16:creationId xmlns:a16="http://schemas.microsoft.com/office/drawing/2014/main" id="{927B6DDC-0DDB-FCC0-24E4-4985A2027D95}"/>
              </a:ext>
            </a:extLst>
          </p:cNvPr>
          <p:cNvSpPr/>
          <p:nvPr/>
        </p:nvSpPr>
        <p:spPr bwMode="auto">
          <a:xfrm flipV="1">
            <a:off x="1043912" y="16455449"/>
            <a:ext cx="14808682" cy="128089"/>
          </a:xfrm>
          <a:prstGeom prst="rect">
            <a:avLst/>
          </a:prstGeom>
          <a:solidFill>
            <a:srgbClr val="4D3F65"/>
          </a:solidFill>
          <a:ln w="9525" cap="flat" cmpd="sng" algn="ctr">
            <a:solidFill>
              <a:srgbClr val="4D3F65"/>
            </a:solidFill>
            <a:prstDash val="solid"/>
            <a:round/>
            <a:headEnd type="none" w="med" len="med"/>
            <a:tailEnd type="none" w="med" len="med"/>
          </a:ln>
          <a:effectLst/>
        </p:spPr>
        <p:txBody>
          <a:bodyPr vert="horz" wrap="square" lIns="91440" tIns="45720" rIns="91440" bIns="45720" numCol="1" rtlCol="1" anchor="t" anchorCtr="0" compatLnSpc="1">
            <a:prstTxWarp prst="textNoShape">
              <a:avLst/>
            </a:prstTxWarp>
          </a:bodyPr>
          <a:lstStyle/>
          <a:p>
            <a:pPr marL="0" marR="0" indent="0" algn="r" defTabSz="4702175" rtl="1" eaLnBrk="1" fontAlgn="base" latinLnBrk="0" hangingPunct="1">
              <a:lnSpc>
                <a:spcPct val="100000"/>
              </a:lnSpc>
              <a:spcBef>
                <a:spcPct val="0"/>
              </a:spcBef>
              <a:spcAft>
                <a:spcPct val="0"/>
              </a:spcAft>
              <a:buClrTx/>
              <a:buSzTx/>
              <a:buFontTx/>
              <a:buNone/>
              <a:tabLst/>
            </a:pPr>
            <a:endParaRPr kumimoji="0" lang="ar-SA" sz="9300" b="0" i="0" u="none" strike="noStrike" cap="none" normalizeH="0" baseline="0">
              <a:ln>
                <a:noFill/>
              </a:ln>
              <a:solidFill>
                <a:schemeClr val="tx1"/>
              </a:solidFill>
              <a:effectLst/>
              <a:latin typeface="Arial" pitchFamily="34" charset="0"/>
            </a:endParaRPr>
          </a:p>
        </p:txBody>
      </p:sp>
      <p:sp>
        <p:nvSpPr>
          <p:cNvPr id="34" name="نصف إطار 33">
            <a:extLst>
              <a:ext uri="{FF2B5EF4-FFF2-40B4-BE49-F238E27FC236}">
                <a16:creationId xmlns:a16="http://schemas.microsoft.com/office/drawing/2014/main" id="{01B1E1CF-E1CA-D718-9EEB-64D3099C0B55}"/>
              </a:ext>
            </a:extLst>
          </p:cNvPr>
          <p:cNvSpPr/>
          <p:nvPr/>
        </p:nvSpPr>
        <p:spPr bwMode="auto">
          <a:xfrm>
            <a:off x="884926" y="5681213"/>
            <a:ext cx="914400" cy="914400"/>
          </a:xfrm>
          <a:prstGeom prst="halfFrame">
            <a:avLst/>
          </a:prstGeom>
          <a:solidFill>
            <a:srgbClr val="4D3F65"/>
          </a:solidFill>
          <a:ln w="9525" cap="flat" cmpd="sng" algn="ctr">
            <a:solidFill>
              <a:srgbClr val="4D3F65"/>
            </a:solidFill>
            <a:prstDash val="solid"/>
            <a:round/>
            <a:headEnd type="none" w="med" len="med"/>
            <a:tailEnd type="none" w="med" len="med"/>
          </a:ln>
          <a:effectLst/>
        </p:spPr>
        <p:txBody>
          <a:bodyPr vert="horz" wrap="square" lIns="91440" tIns="45720" rIns="91440" bIns="45720" numCol="1" rtlCol="1" anchor="t" anchorCtr="0" compatLnSpc="1">
            <a:prstTxWarp prst="textNoShape">
              <a:avLst/>
            </a:prstTxWarp>
          </a:bodyPr>
          <a:lstStyle/>
          <a:p>
            <a:pPr marL="0" marR="0" indent="0" algn="r" defTabSz="4702175" rtl="1" eaLnBrk="1" fontAlgn="base" latinLnBrk="0" hangingPunct="1">
              <a:lnSpc>
                <a:spcPct val="100000"/>
              </a:lnSpc>
              <a:spcBef>
                <a:spcPct val="0"/>
              </a:spcBef>
              <a:spcAft>
                <a:spcPct val="0"/>
              </a:spcAft>
              <a:buClrTx/>
              <a:buSzTx/>
              <a:buFontTx/>
              <a:buNone/>
              <a:tabLst/>
            </a:pPr>
            <a:endParaRPr kumimoji="0" lang="ar-SA" sz="9300" b="0" i="0" u="none" strike="noStrike" cap="none" normalizeH="0" baseline="0">
              <a:ln>
                <a:noFill/>
              </a:ln>
              <a:solidFill>
                <a:schemeClr val="tx1"/>
              </a:solidFill>
              <a:effectLst/>
              <a:latin typeface="Arial" pitchFamily="34" charset="0"/>
            </a:endParaRPr>
          </a:p>
        </p:txBody>
      </p:sp>
      <p:sp>
        <p:nvSpPr>
          <p:cNvPr id="36" name="نصف إطار 35">
            <a:extLst>
              <a:ext uri="{FF2B5EF4-FFF2-40B4-BE49-F238E27FC236}">
                <a16:creationId xmlns:a16="http://schemas.microsoft.com/office/drawing/2014/main" id="{89308E1D-1C2E-B217-3C92-18E223E2EB51}"/>
              </a:ext>
            </a:extLst>
          </p:cNvPr>
          <p:cNvSpPr/>
          <p:nvPr/>
        </p:nvSpPr>
        <p:spPr bwMode="auto">
          <a:xfrm rot="10800000">
            <a:off x="15009242" y="14169605"/>
            <a:ext cx="914400" cy="914400"/>
          </a:xfrm>
          <a:prstGeom prst="halfFrame">
            <a:avLst/>
          </a:prstGeom>
          <a:solidFill>
            <a:srgbClr val="4D3F65"/>
          </a:solidFill>
          <a:ln w="9525" cap="flat" cmpd="sng" algn="ctr">
            <a:solidFill>
              <a:srgbClr val="4D3F65"/>
            </a:solidFill>
            <a:prstDash val="solid"/>
            <a:round/>
            <a:headEnd type="none" w="med" len="med"/>
            <a:tailEnd type="none" w="med" len="med"/>
          </a:ln>
          <a:effectLst/>
        </p:spPr>
        <p:txBody>
          <a:bodyPr vert="horz" wrap="square" lIns="91440" tIns="45720" rIns="91440" bIns="45720" numCol="1" rtlCol="1" anchor="t" anchorCtr="0" compatLnSpc="1">
            <a:prstTxWarp prst="textNoShape">
              <a:avLst/>
            </a:prstTxWarp>
          </a:bodyPr>
          <a:lstStyle/>
          <a:p>
            <a:pPr marL="0" marR="0" indent="0" algn="r" defTabSz="4702175" rtl="1" eaLnBrk="1" fontAlgn="base" latinLnBrk="0" hangingPunct="1">
              <a:lnSpc>
                <a:spcPct val="100000"/>
              </a:lnSpc>
              <a:spcBef>
                <a:spcPct val="0"/>
              </a:spcBef>
              <a:spcAft>
                <a:spcPct val="0"/>
              </a:spcAft>
              <a:buClrTx/>
              <a:buSzTx/>
              <a:buFontTx/>
              <a:buNone/>
              <a:tabLst/>
            </a:pPr>
            <a:endParaRPr kumimoji="0" lang="ar-SA" sz="9300" b="0" i="0" u="none" strike="noStrike" cap="none" normalizeH="0" baseline="0">
              <a:ln>
                <a:noFill/>
              </a:ln>
              <a:solidFill>
                <a:schemeClr val="tx1"/>
              </a:solidFill>
              <a:effectLst/>
              <a:latin typeface="Arial" pitchFamily="34" charset="0"/>
            </a:endParaRPr>
          </a:p>
        </p:txBody>
      </p:sp>
      <p:sp>
        <p:nvSpPr>
          <p:cNvPr id="37" name="مستطيل 36">
            <a:extLst>
              <a:ext uri="{FF2B5EF4-FFF2-40B4-BE49-F238E27FC236}">
                <a16:creationId xmlns:a16="http://schemas.microsoft.com/office/drawing/2014/main" id="{A705C957-415E-0D4F-52B3-56BE6A3D2D83}"/>
              </a:ext>
            </a:extLst>
          </p:cNvPr>
          <p:cNvSpPr/>
          <p:nvPr/>
        </p:nvSpPr>
        <p:spPr bwMode="auto">
          <a:xfrm>
            <a:off x="-26780" y="4637517"/>
            <a:ext cx="32935653" cy="316301"/>
          </a:xfrm>
          <a:prstGeom prst="rect">
            <a:avLst/>
          </a:prstGeom>
          <a:solidFill>
            <a:srgbClr val="4D3F65">
              <a:alpha val="50000"/>
            </a:srgbClr>
          </a:solidFill>
          <a:ln w="9525" cap="flat" cmpd="sng" algn="ctr">
            <a:noFill/>
            <a:prstDash val="solid"/>
            <a:round/>
            <a:headEnd type="none" w="med" len="med"/>
            <a:tailEnd type="none" w="med" len="med"/>
          </a:ln>
          <a:effectLst/>
        </p:spPr>
        <p:txBody>
          <a:bodyPr vert="horz" wrap="square" lIns="91440" tIns="45720" rIns="91440" bIns="45720" numCol="1" rtlCol="1" anchor="t" anchorCtr="0" compatLnSpc="1">
            <a:prstTxWarp prst="textNoShape">
              <a:avLst/>
            </a:prstTxWarp>
          </a:bodyPr>
          <a:lstStyle/>
          <a:p>
            <a:pPr marL="0" marR="0" indent="0" algn="r" defTabSz="4702175" rtl="1" eaLnBrk="1" fontAlgn="base" latinLnBrk="0" hangingPunct="1">
              <a:lnSpc>
                <a:spcPct val="100000"/>
              </a:lnSpc>
              <a:spcBef>
                <a:spcPct val="0"/>
              </a:spcBef>
              <a:spcAft>
                <a:spcPct val="0"/>
              </a:spcAft>
              <a:buClrTx/>
              <a:buSzTx/>
              <a:buFontTx/>
              <a:buNone/>
              <a:tabLst/>
            </a:pPr>
            <a:endParaRPr kumimoji="0" lang="ar-SA" sz="9300" b="0" i="0" u="none" strike="noStrike" cap="none" normalizeH="0" baseline="0">
              <a:ln>
                <a:noFill/>
              </a:ln>
              <a:solidFill>
                <a:schemeClr val="tx1"/>
              </a:solidFill>
              <a:effectLst/>
              <a:latin typeface="Arial" pitchFamily="34" charset="0"/>
            </a:endParaRPr>
          </a:p>
        </p:txBody>
      </p:sp>
      <p:sp>
        <p:nvSpPr>
          <p:cNvPr id="1073" name="مستطيل 27">
            <a:extLst>
              <a:ext uri="{FF2B5EF4-FFF2-40B4-BE49-F238E27FC236}">
                <a16:creationId xmlns:a16="http://schemas.microsoft.com/office/drawing/2014/main" id="{38198C8A-5022-5687-69E4-07E8D1626BD6}"/>
              </a:ext>
            </a:extLst>
          </p:cNvPr>
          <p:cNvSpPr/>
          <p:nvPr/>
        </p:nvSpPr>
        <p:spPr bwMode="auto">
          <a:xfrm flipV="1">
            <a:off x="17326134" y="30585108"/>
            <a:ext cx="14808682" cy="128089"/>
          </a:xfrm>
          <a:prstGeom prst="rect">
            <a:avLst/>
          </a:prstGeom>
          <a:solidFill>
            <a:srgbClr val="4D3F65"/>
          </a:solidFill>
          <a:ln w="9525" cap="flat" cmpd="sng" algn="ctr">
            <a:solidFill>
              <a:srgbClr val="4D3F65"/>
            </a:solidFill>
            <a:prstDash val="solid"/>
            <a:round/>
            <a:headEnd type="none" w="med" len="med"/>
            <a:tailEnd type="none" w="med" len="med"/>
          </a:ln>
          <a:effectLst/>
        </p:spPr>
        <p:txBody>
          <a:bodyPr vert="horz" wrap="square" lIns="91440" tIns="45720" rIns="91440" bIns="45720" numCol="1" rtlCol="1" anchor="t" anchorCtr="0" compatLnSpc="1">
            <a:prstTxWarp prst="textNoShape">
              <a:avLst/>
            </a:prstTxWarp>
          </a:bodyPr>
          <a:lstStyle/>
          <a:p>
            <a:pPr marL="0" marR="0" indent="0" algn="r" defTabSz="4702175" rtl="1" eaLnBrk="1" fontAlgn="base" latinLnBrk="0" hangingPunct="1">
              <a:lnSpc>
                <a:spcPct val="100000"/>
              </a:lnSpc>
              <a:spcBef>
                <a:spcPct val="0"/>
              </a:spcBef>
              <a:spcAft>
                <a:spcPct val="0"/>
              </a:spcAft>
              <a:buClrTx/>
              <a:buSzTx/>
              <a:buFontTx/>
              <a:buNone/>
              <a:tabLst/>
            </a:pPr>
            <a:endParaRPr kumimoji="0" lang="ar-SA" sz="9300" b="0" i="0" u="none" strike="noStrike" cap="none" normalizeH="0" baseline="0">
              <a:ln>
                <a:noFill/>
              </a:ln>
              <a:solidFill>
                <a:schemeClr val="tx1"/>
              </a:solidFill>
              <a:effectLst/>
              <a:latin typeface="Arial" pitchFamily="34" charset="0"/>
            </a:endParaRPr>
          </a:p>
        </p:txBody>
      </p:sp>
      <p:sp>
        <p:nvSpPr>
          <p:cNvPr id="1074" name="مستطيل 27">
            <a:extLst>
              <a:ext uri="{FF2B5EF4-FFF2-40B4-BE49-F238E27FC236}">
                <a16:creationId xmlns:a16="http://schemas.microsoft.com/office/drawing/2014/main" id="{E2185368-55C7-EA9F-5A42-05FAA0A13B7C}"/>
              </a:ext>
            </a:extLst>
          </p:cNvPr>
          <p:cNvSpPr/>
          <p:nvPr/>
        </p:nvSpPr>
        <p:spPr bwMode="auto">
          <a:xfrm flipV="1">
            <a:off x="17357130" y="27540166"/>
            <a:ext cx="14808682" cy="128089"/>
          </a:xfrm>
          <a:prstGeom prst="rect">
            <a:avLst/>
          </a:prstGeom>
          <a:solidFill>
            <a:srgbClr val="4D3F65"/>
          </a:solidFill>
          <a:ln w="9525" cap="flat" cmpd="sng" algn="ctr">
            <a:solidFill>
              <a:srgbClr val="4D3F65"/>
            </a:solidFill>
            <a:prstDash val="solid"/>
            <a:round/>
            <a:headEnd type="none" w="med" len="med"/>
            <a:tailEnd type="none" w="med" len="med"/>
          </a:ln>
          <a:effectLst/>
        </p:spPr>
        <p:txBody>
          <a:bodyPr vert="horz" wrap="square" lIns="91440" tIns="45720" rIns="91440" bIns="45720" numCol="1" rtlCol="1" anchor="t" anchorCtr="0" compatLnSpc="1">
            <a:prstTxWarp prst="textNoShape">
              <a:avLst/>
            </a:prstTxWarp>
          </a:bodyPr>
          <a:lstStyle/>
          <a:p>
            <a:pPr marL="0" marR="0" indent="0" algn="r" defTabSz="4702175" rtl="1" eaLnBrk="1" fontAlgn="base" latinLnBrk="0" hangingPunct="1">
              <a:lnSpc>
                <a:spcPct val="100000"/>
              </a:lnSpc>
              <a:spcBef>
                <a:spcPct val="0"/>
              </a:spcBef>
              <a:spcAft>
                <a:spcPct val="0"/>
              </a:spcAft>
              <a:buClrTx/>
              <a:buSzTx/>
              <a:buFontTx/>
              <a:buNone/>
              <a:tabLst/>
            </a:pPr>
            <a:endParaRPr kumimoji="0" lang="ar-SA" sz="9300" b="0" i="0" u="none" strike="noStrike" cap="none" normalizeH="0" baseline="0">
              <a:ln>
                <a:noFill/>
              </a:ln>
              <a:solidFill>
                <a:schemeClr val="tx1"/>
              </a:solidFill>
              <a:effectLst/>
              <a:latin typeface="Arial" pitchFamily="34" charset="0"/>
            </a:endParaRPr>
          </a:p>
        </p:txBody>
      </p:sp>
      <p:sp>
        <p:nvSpPr>
          <p:cNvPr id="1075" name="مستطيل 27">
            <a:extLst>
              <a:ext uri="{FF2B5EF4-FFF2-40B4-BE49-F238E27FC236}">
                <a16:creationId xmlns:a16="http://schemas.microsoft.com/office/drawing/2014/main" id="{B716EA3C-6E4E-D983-96C2-BF35AEAB6E5E}"/>
              </a:ext>
            </a:extLst>
          </p:cNvPr>
          <p:cNvSpPr/>
          <p:nvPr/>
        </p:nvSpPr>
        <p:spPr bwMode="auto">
          <a:xfrm flipV="1">
            <a:off x="1052868" y="22037620"/>
            <a:ext cx="14813280" cy="128089"/>
          </a:xfrm>
          <a:prstGeom prst="rect">
            <a:avLst/>
          </a:prstGeom>
          <a:solidFill>
            <a:srgbClr val="4D3F65"/>
          </a:solidFill>
          <a:ln w="9525" cap="flat" cmpd="sng" algn="ctr">
            <a:solidFill>
              <a:srgbClr val="4D3F65"/>
            </a:solidFill>
            <a:prstDash val="solid"/>
            <a:round/>
            <a:headEnd type="none" w="med" len="med"/>
            <a:tailEnd type="none" w="med" len="med"/>
          </a:ln>
          <a:effectLst/>
        </p:spPr>
        <p:txBody>
          <a:bodyPr vert="horz" wrap="square" lIns="91440" tIns="45720" rIns="91440" bIns="45720" numCol="1" rtlCol="1" anchor="t" anchorCtr="0" compatLnSpc="1">
            <a:prstTxWarp prst="textNoShape">
              <a:avLst/>
            </a:prstTxWarp>
          </a:bodyPr>
          <a:lstStyle/>
          <a:p>
            <a:pPr marL="0" marR="0" indent="0" algn="r" defTabSz="4702175" rtl="1" eaLnBrk="1" fontAlgn="base" latinLnBrk="0" hangingPunct="1">
              <a:lnSpc>
                <a:spcPct val="100000"/>
              </a:lnSpc>
              <a:spcBef>
                <a:spcPct val="0"/>
              </a:spcBef>
              <a:spcAft>
                <a:spcPct val="0"/>
              </a:spcAft>
              <a:buClrTx/>
              <a:buSzTx/>
              <a:buFontTx/>
              <a:buNone/>
              <a:tabLst/>
            </a:pPr>
            <a:endParaRPr kumimoji="0" lang="ar-SA" sz="9300" b="0" i="0" u="none" strike="noStrike" cap="none" normalizeH="0" baseline="0">
              <a:ln>
                <a:noFill/>
              </a:ln>
              <a:solidFill>
                <a:schemeClr val="tx1"/>
              </a:solidFill>
              <a:effectLst/>
              <a:latin typeface="Arial" pitchFamily="34" charset="0"/>
            </a:endParaRPr>
          </a:p>
        </p:txBody>
      </p:sp>
      <p:sp>
        <p:nvSpPr>
          <p:cNvPr id="1077" name="مستطيل 27">
            <a:extLst>
              <a:ext uri="{FF2B5EF4-FFF2-40B4-BE49-F238E27FC236}">
                <a16:creationId xmlns:a16="http://schemas.microsoft.com/office/drawing/2014/main" id="{5AD7374A-7A47-3EE0-A593-05FD342F47C9}"/>
              </a:ext>
            </a:extLst>
          </p:cNvPr>
          <p:cNvSpPr/>
          <p:nvPr/>
        </p:nvSpPr>
        <p:spPr bwMode="auto">
          <a:xfrm flipV="1">
            <a:off x="17374263" y="19190549"/>
            <a:ext cx="14808682" cy="128089"/>
          </a:xfrm>
          <a:prstGeom prst="rect">
            <a:avLst/>
          </a:prstGeom>
          <a:solidFill>
            <a:srgbClr val="4D3F65"/>
          </a:solidFill>
          <a:ln w="9525" cap="flat" cmpd="sng" algn="ctr">
            <a:noFill/>
            <a:prstDash val="solid"/>
            <a:round/>
            <a:headEnd type="none" w="med" len="med"/>
            <a:tailEnd type="none" w="med" len="med"/>
          </a:ln>
          <a:effectLst/>
        </p:spPr>
        <p:txBody>
          <a:bodyPr vert="horz" wrap="square" lIns="91440" tIns="45720" rIns="91440" bIns="45720" numCol="1" rtlCol="1" anchor="t" anchorCtr="0" compatLnSpc="1">
            <a:prstTxWarp prst="textNoShape">
              <a:avLst/>
            </a:prstTxWarp>
          </a:bodyPr>
          <a:lstStyle/>
          <a:p>
            <a:pPr marL="0" marR="0" indent="0" algn="r" defTabSz="4702175" rtl="1" eaLnBrk="1" fontAlgn="base" latinLnBrk="0" hangingPunct="1">
              <a:lnSpc>
                <a:spcPct val="100000"/>
              </a:lnSpc>
              <a:spcBef>
                <a:spcPct val="0"/>
              </a:spcBef>
              <a:spcAft>
                <a:spcPct val="0"/>
              </a:spcAft>
              <a:buClrTx/>
              <a:buSzTx/>
              <a:buFontTx/>
              <a:buNone/>
              <a:tabLst/>
            </a:pPr>
            <a:endParaRPr kumimoji="0" lang="ar-SA" sz="9300" b="0" i="0" u="none" strike="noStrike" cap="none" normalizeH="0" baseline="0">
              <a:ln>
                <a:noFill/>
              </a:ln>
              <a:solidFill>
                <a:schemeClr val="tx1"/>
              </a:solidFill>
              <a:effectLst/>
              <a:latin typeface="Arial" pitchFamily="34" charset="0"/>
            </a:endParaRPr>
          </a:p>
        </p:txBody>
      </p:sp>
      <p:sp>
        <p:nvSpPr>
          <p:cNvPr id="1083" name="Rectangle 5">
            <a:extLst>
              <a:ext uri="{FF2B5EF4-FFF2-40B4-BE49-F238E27FC236}">
                <a16:creationId xmlns:a16="http://schemas.microsoft.com/office/drawing/2014/main" id="{FC8A0295-D84A-E9AA-DB18-740A85E62A81}"/>
              </a:ext>
            </a:extLst>
          </p:cNvPr>
          <p:cNvSpPr>
            <a:spLocks noChangeArrowheads="1"/>
          </p:cNvSpPr>
          <p:nvPr/>
        </p:nvSpPr>
        <p:spPr bwMode="auto">
          <a:xfrm>
            <a:off x="17326134" y="5927370"/>
            <a:ext cx="14808682" cy="912659"/>
          </a:xfrm>
          <a:prstGeom prst="rect">
            <a:avLst/>
          </a:prstGeom>
          <a:solidFill>
            <a:srgbClr val="4D3F65">
              <a:alpha val="20000"/>
            </a:srgbClr>
          </a:solidFill>
          <a:ln>
            <a:noFill/>
          </a:ln>
          <a:effectLst/>
        </p:spPr>
        <p:txBody>
          <a:bodyPr wrap="none" lIns="205740" tIns="51435" rIns="205740" bIns="51435" anchor="ctr"/>
          <a:lstStyle>
            <a:defPPr>
              <a:defRPr kern="1200" smtId="4294967295"/>
            </a:defPPr>
          </a:lstStyle>
          <a:p>
            <a:pPr defTabSz="3527822"/>
            <a:r>
              <a:rPr lang="en-US" sz="3600" dirty="0">
                <a:solidFill>
                  <a:srgbClr val="5A4A76"/>
                </a:solidFill>
                <a:latin typeface="Amaranth"/>
              </a:rPr>
              <a:t>Results and Discussion</a:t>
            </a:r>
            <a:endParaRPr lang="en-US" sz="3600" dirty="0">
              <a:solidFill>
                <a:srgbClr val="5A4A76"/>
              </a:solidFill>
              <a:latin typeface="Amaranth" panose="02000503050000020004" pitchFamily="2" charset="0"/>
            </a:endParaRPr>
          </a:p>
        </p:txBody>
      </p:sp>
      <p:sp>
        <p:nvSpPr>
          <p:cNvPr id="1084" name="مستطيل 27">
            <a:extLst>
              <a:ext uri="{FF2B5EF4-FFF2-40B4-BE49-F238E27FC236}">
                <a16:creationId xmlns:a16="http://schemas.microsoft.com/office/drawing/2014/main" id="{977C79D1-A811-E982-38F6-F6539118C418}"/>
              </a:ext>
            </a:extLst>
          </p:cNvPr>
          <p:cNvSpPr/>
          <p:nvPr/>
        </p:nvSpPr>
        <p:spPr bwMode="auto">
          <a:xfrm flipV="1">
            <a:off x="17326134" y="6878093"/>
            <a:ext cx="14808682" cy="128089"/>
          </a:xfrm>
          <a:prstGeom prst="rect">
            <a:avLst/>
          </a:prstGeom>
          <a:solidFill>
            <a:srgbClr val="4D3F65"/>
          </a:solidFill>
          <a:ln w="9525" cap="flat" cmpd="sng" algn="ctr">
            <a:solidFill>
              <a:srgbClr val="4D3F65"/>
            </a:solidFill>
            <a:prstDash val="solid"/>
            <a:round/>
            <a:headEnd type="none" w="med" len="med"/>
            <a:tailEnd type="none" w="med" len="med"/>
          </a:ln>
          <a:effectLst/>
        </p:spPr>
        <p:txBody>
          <a:bodyPr vert="horz" wrap="square" lIns="91440" tIns="45720" rIns="91440" bIns="45720" numCol="1" rtlCol="1" anchor="t" anchorCtr="0" compatLnSpc="1">
            <a:prstTxWarp prst="textNoShape">
              <a:avLst/>
            </a:prstTxWarp>
          </a:bodyPr>
          <a:lstStyle/>
          <a:p>
            <a:pPr marL="0" marR="0" indent="0" algn="r" defTabSz="4702175" rtl="1" eaLnBrk="1" fontAlgn="base" latinLnBrk="0" hangingPunct="1">
              <a:lnSpc>
                <a:spcPct val="100000"/>
              </a:lnSpc>
              <a:spcBef>
                <a:spcPct val="0"/>
              </a:spcBef>
              <a:spcAft>
                <a:spcPct val="0"/>
              </a:spcAft>
              <a:buClrTx/>
              <a:buSzTx/>
              <a:buFontTx/>
              <a:buNone/>
              <a:tabLst/>
            </a:pPr>
            <a:endParaRPr kumimoji="0" lang="ar-SA" sz="9300" b="0" i="0" u="none" strike="noStrike" cap="none" normalizeH="0" baseline="0">
              <a:ln>
                <a:noFill/>
              </a:ln>
              <a:solidFill>
                <a:schemeClr val="tx1"/>
              </a:solidFill>
              <a:effectLst/>
              <a:latin typeface="Arial" pitchFamily="34" charset="0"/>
            </a:endParaRPr>
          </a:p>
        </p:txBody>
      </p:sp>
      <p:pic>
        <p:nvPicPr>
          <p:cNvPr id="10" name="Picture 9" descr="A logo with text and symbols&#10;&#10;Description automatically generated with medium confidence">
            <a:extLst>
              <a:ext uri="{FF2B5EF4-FFF2-40B4-BE49-F238E27FC236}">
                <a16:creationId xmlns:a16="http://schemas.microsoft.com/office/drawing/2014/main" id="{07B8F3BF-5BDD-F2E6-229A-9448221027E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7034746" y="176770"/>
            <a:ext cx="6103461" cy="4340200"/>
          </a:xfrm>
          <a:prstGeom prst="rect">
            <a:avLst/>
          </a:prstGeom>
        </p:spPr>
      </p:pic>
      <p:sp>
        <p:nvSpPr>
          <p:cNvPr id="7" name="TextBox 6">
            <a:extLst>
              <a:ext uri="{FF2B5EF4-FFF2-40B4-BE49-F238E27FC236}">
                <a16:creationId xmlns:a16="http://schemas.microsoft.com/office/drawing/2014/main" id="{2914834E-BCF2-A663-08E1-29DA726C9455}"/>
              </a:ext>
            </a:extLst>
          </p:cNvPr>
          <p:cNvSpPr txBox="1"/>
          <p:nvPr/>
        </p:nvSpPr>
        <p:spPr>
          <a:xfrm>
            <a:off x="1161234" y="16720185"/>
            <a:ext cx="14292125" cy="4401205"/>
          </a:xfrm>
          <a:prstGeom prst="rect">
            <a:avLst/>
          </a:prstGeom>
          <a:noFill/>
        </p:spPr>
        <p:txBody>
          <a:bodyPr wrap="square" rtlCol="0">
            <a:spAutoFit/>
          </a:bodyPr>
          <a:lstStyle>
            <a:defPPr>
              <a:defRPr kern="1200" smtId="4294967295"/>
            </a:defPPr>
          </a:lstStyle>
          <a:p>
            <a:pPr marL="457200" indent="-457200">
              <a:buFont typeface="Arial" panose="020B0604020202020204" pitchFamily="34" charset="0"/>
              <a:buChar char="•"/>
            </a:pPr>
            <a:r>
              <a:rPr lang="en-US" sz="2800" dirty="0">
                <a:latin typeface="Titillium Web" panose="00000500000000000000" pitchFamily="2" charset="0"/>
              </a:rPr>
              <a:t>Develop a real-time tracking system that continuously monitors pilgrims’ locations during Hajj using GPS-enabled devices or mobile applications. </a:t>
            </a:r>
          </a:p>
          <a:p>
            <a:pPr marL="457200" indent="-457200">
              <a:buFont typeface="Arial" panose="020B0604020202020204" pitchFamily="34" charset="0"/>
              <a:buChar char="•"/>
            </a:pPr>
            <a:r>
              <a:rPr lang="en-US" sz="2800" dirty="0">
                <a:latin typeface="Titillium Web" panose="00000500000000000000" pitchFamily="2" charset="0"/>
              </a:rPr>
              <a:t>Provide supervisors with a centralized dashboard that visualizes group members on a live map and displays their current status clearly. </a:t>
            </a:r>
          </a:p>
          <a:p>
            <a:pPr marL="457200" indent="-457200">
              <a:buFont typeface="Arial" panose="020B0604020202020204" pitchFamily="34" charset="0"/>
              <a:buChar char="•"/>
            </a:pPr>
            <a:r>
              <a:rPr lang="en-US" sz="2800" dirty="0">
                <a:latin typeface="Titillium Web" panose="00000500000000000000" pitchFamily="2" charset="0"/>
              </a:rPr>
              <a:t>Implement a dynamic geofencing approach based on the supervisor’s location to automatically identify pilgrims who move out of the group range. </a:t>
            </a:r>
          </a:p>
          <a:p>
            <a:pPr marL="457200" indent="-457200">
              <a:buFont typeface="Arial" panose="020B0604020202020204" pitchFamily="34" charset="0"/>
              <a:buChar char="•"/>
            </a:pPr>
            <a:r>
              <a:rPr lang="en-US" sz="2800" dirty="0">
                <a:latin typeface="Titillium Web" panose="00000500000000000000" pitchFamily="2" charset="0"/>
              </a:rPr>
              <a:t>Design and integrate an AI-based model to analyze movement patterns (e.g., speed, distance, and direction changes) and detect abnormal behavior. </a:t>
            </a:r>
          </a:p>
          <a:p>
            <a:pPr marL="457200" indent="-457200">
              <a:buFont typeface="Arial" panose="020B0604020202020204" pitchFamily="34" charset="0"/>
              <a:buChar char="•"/>
            </a:pPr>
            <a:r>
              <a:rPr lang="en-US" sz="2800" dirty="0">
                <a:latin typeface="Titillium Web" panose="00000500000000000000" pitchFamily="2" charset="0"/>
              </a:rPr>
              <a:t>Enable instant alert and notification mechanisms for out-of-range cases or emergency situations through an SOS feature. </a:t>
            </a:r>
          </a:p>
        </p:txBody>
      </p:sp>
      <p:sp>
        <p:nvSpPr>
          <p:cNvPr id="14" name="TextBox 13">
            <a:extLst>
              <a:ext uri="{FF2B5EF4-FFF2-40B4-BE49-F238E27FC236}">
                <a16:creationId xmlns:a16="http://schemas.microsoft.com/office/drawing/2014/main" id="{7CCABE79-F667-4707-EBD9-6BEC4345C421}"/>
              </a:ext>
            </a:extLst>
          </p:cNvPr>
          <p:cNvSpPr txBox="1"/>
          <p:nvPr/>
        </p:nvSpPr>
        <p:spPr>
          <a:xfrm>
            <a:off x="1196312" y="22590873"/>
            <a:ext cx="14409447" cy="6986528"/>
          </a:xfrm>
          <a:prstGeom prst="rect">
            <a:avLst/>
          </a:prstGeom>
          <a:noFill/>
        </p:spPr>
        <p:txBody>
          <a:bodyPr wrap="square" rtlCol="0">
            <a:spAutoFit/>
          </a:bodyPr>
          <a:lstStyle>
            <a:defPPr>
              <a:defRPr kern="1200" smtId="4294967295"/>
            </a:defPPr>
          </a:lstStyle>
          <a:p>
            <a:r>
              <a:rPr lang="en-US" sz="3200" dirty="0">
                <a:latin typeface="Titillium Web" panose="00000500000000000000" pitchFamily="2" charset="0"/>
              </a:rPr>
              <a:t>The Masar system was developed using an integrated architecture combining mobile applications, web technologies, and AI-based analysis. A pilgrim-side mobile application (or GPS wearable) collects real-time location data and sends it to a cloud backend using Firebase Realtime Database.</a:t>
            </a:r>
          </a:p>
          <a:p>
            <a:r>
              <a:rPr lang="en-US" sz="3200" dirty="0">
                <a:latin typeface="Titillium Web" panose="00000500000000000000" pitchFamily="2" charset="0"/>
              </a:rPr>
              <a:t>On the supervisor side, a web-based dashboard built with React.js and Google Maps API visualizes all pilgrims’ locations in real time and displays their status (in-range or out-of-range). A dynamic geofencing mechanism is applied based on the supervisor’s current location to determine group boundaries.</a:t>
            </a:r>
          </a:p>
          <a:p>
            <a:r>
              <a:rPr lang="en-US" sz="3200" dirty="0">
                <a:latin typeface="Titillium Web" panose="00000500000000000000" pitchFamily="2" charset="0"/>
              </a:rPr>
              <a:t>For intelligent analysis, a Python-based AI model (LSTM) processes engineered features derived from GPS data, such as speed, distance changes, direction variation, time gaps, and distance from the supervisor. Data is analyzed in sequential windows to detect abnormal movement patterns.</a:t>
            </a:r>
          </a:p>
          <a:p>
            <a:r>
              <a:rPr lang="en-US" sz="3200" dirty="0">
                <a:latin typeface="Titillium Web" panose="00000500000000000000" pitchFamily="2" charset="0"/>
              </a:rPr>
              <a:t>When anomalies or out-of-range cases are detected, alerts are generated and sent back to the dashboard instantly, enabling supervisors to take immediate action.</a:t>
            </a:r>
          </a:p>
        </p:txBody>
      </p:sp>
      <p:sp>
        <p:nvSpPr>
          <p:cNvPr id="15" name="TextBox 14">
            <a:extLst>
              <a:ext uri="{FF2B5EF4-FFF2-40B4-BE49-F238E27FC236}">
                <a16:creationId xmlns:a16="http://schemas.microsoft.com/office/drawing/2014/main" id="{5A79DB90-E778-B38F-5531-655EA0FAA07A}"/>
              </a:ext>
            </a:extLst>
          </p:cNvPr>
          <p:cNvSpPr txBox="1"/>
          <p:nvPr/>
        </p:nvSpPr>
        <p:spPr>
          <a:xfrm>
            <a:off x="17373866" y="19743157"/>
            <a:ext cx="14409447" cy="6494085"/>
          </a:xfrm>
          <a:prstGeom prst="rect">
            <a:avLst/>
          </a:prstGeom>
          <a:noFill/>
        </p:spPr>
        <p:txBody>
          <a:bodyPr wrap="square" rtlCol="0">
            <a:spAutoFit/>
          </a:bodyPr>
          <a:lstStyle>
            <a:defPPr>
              <a:defRPr kern="1200" smtId="4294967295"/>
            </a:defPPr>
          </a:lstStyle>
          <a:p>
            <a:r>
              <a:rPr lang="en-US" sz="3200" dirty="0">
                <a:latin typeface="Titillium Web" panose="00000500000000000000" pitchFamily="2" charset="0"/>
              </a:rPr>
              <a:t>Masar presents an effective and practical solution for improving pilgrim safety and group management during Hajj. By combining real-time GPS tracking, a dynamic geofencing approach, and AI-based behavior analysis, the system enables supervisors to monitor pilgrims more efficiently and respond quickly to potential risks.</a:t>
            </a:r>
          </a:p>
          <a:p>
            <a:r>
              <a:rPr lang="en-US" sz="3200" dirty="0">
                <a:latin typeface="Titillium Web" panose="00000500000000000000" pitchFamily="2" charset="0"/>
              </a:rPr>
              <a:t>The prototype demonstrated the ability to detect out-of-range and abnormal movement patterns with high accuracy while providing instant alerts through a centralized dashboard. This reduces reliance on manual tracking methods and enhances overall coordination in highly crowded environments.</a:t>
            </a:r>
          </a:p>
          <a:p>
            <a:r>
              <a:rPr lang="en-US" sz="3200" dirty="0">
                <a:latin typeface="Titillium Web" panose="00000500000000000000" pitchFamily="2" charset="0"/>
              </a:rPr>
              <a:t>With further development, including larger real-world datasets and system optimization, Masar has strong potential for real-world deployment and can contribute to smarter, safer crowd management solutions in large-scale events.</a:t>
            </a:r>
          </a:p>
          <a:p>
            <a:endParaRPr lang="en-US" sz="3200" dirty="0">
              <a:latin typeface="Titillium Web" panose="00000500000000000000" pitchFamily="2" charset="0"/>
              <a:ea typeface="Open Sans" panose="020B0606030504020204" pitchFamily="34" charset="0"/>
              <a:cs typeface="Open Sans" panose="020B0606030504020204" pitchFamily="34" charset="0"/>
            </a:endParaRPr>
          </a:p>
        </p:txBody>
      </p:sp>
      <p:sp>
        <p:nvSpPr>
          <p:cNvPr id="19" name="TextBox 18">
            <a:extLst>
              <a:ext uri="{FF2B5EF4-FFF2-40B4-BE49-F238E27FC236}">
                <a16:creationId xmlns:a16="http://schemas.microsoft.com/office/drawing/2014/main" id="{1A83DFE7-E346-CC81-8A81-EA13932EFDB5}"/>
              </a:ext>
            </a:extLst>
          </p:cNvPr>
          <p:cNvSpPr txBox="1"/>
          <p:nvPr/>
        </p:nvSpPr>
        <p:spPr>
          <a:xfrm>
            <a:off x="1428862" y="7168140"/>
            <a:ext cx="14024497" cy="7417415"/>
          </a:xfrm>
          <a:prstGeom prst="rect">
            <a:avLst/>
          </a:prstGeom>
          <a:noFill/>
        </p:spPr>
        <p:txBody>
          <a:bodyPr wrap="square" rtlCol="0">
            <a:spAutoFit/>
          </a:bodyPr>
          <a:lstStyle>
            <a:defPPr>
              <a:defRPr kern="1200" smtId="4294967295"/>
            </a:defPPr>
          </a:lstStyle>
          <a:p>
            <a:r>
              <a:rPr lang="en-US" sz="2800" dirty="0">
                <a:latin typeface="Titillium Web" panose="00000500000000000000" pitchFamily="2" charset="0"/>
              </a:rPr>
              <a:t>Hajj is one of the largest annual gatherings in the world, where millions of pilgrims move simultaneously between key locations such as Mina, Arafat, </a:t>
            </a:r>
            <a:r>
              <a:rPr lang="en-US" sz="2800" dirty="0" err="1">
                <a:latin typeface="Titillium Web" panose="00000500000000000000" pitchFamily="2" charset="0"/>
              </a:rPr>
              <a:t>Muzdalifah</a:t>
            </a:r>
            <a:r>
              <a:rPr lang="en-US" sz="2800" dirty="0">
                <a:latin typeface="Titillium Web" panose="00000500000000000000" pitchFamily="2" charset="0"/>
              </a:rPr>
              <a:t>, and Makkah. Managing such massive crowds is a significant challenge for Hajj campaign supervisors, who are responsible for ensuring that all pilgrims remain safe, organized, and within their assigned groups. Traditional methods, such as manual headcounts and paper-based tracking, are often inefficient, time-consuming, and prone to human error, especially in highly crowded environments.</a:t>
            </a:r>
          </a:p>
          <a:p>
            <a:r>
              <a:rPr lang="en-US" sz="2800" dirty="0">
                <a:latin typeface="Titillium Web" panose="00000500000000000000" pitchFamily="2" charset="0"/>
              </a:rPr>
              <a:t>To address these challenges, this project proposes </a:t>
            </a:r>
            <a:r>
              <a:rPr lang="en-US" sz="2800" b="1" dirty="0">
                <a:latin typeface="Titillium Web" panose="00000500000000000000" pitchFamily="2" charset="0"/>
              </a:rPr>
              <a:t>Masar</a:t>
            </a:r>
            <a:r>
              <a:rPr lang="en-US" sz="2800" dirty="0">
                <a:latin typeface="Titillium Web" panose="00000500000000000000" pitchFamily="2" charset="0"/>
              </a:rPr>
              <a:t>, an AI-powered pilgrim tracking and safety system designed to assist supervisors in monitoring their groups in real time. The system leverages GPS-based location tracking, a centralized dashboard, and intelligent data analysis to provide continuous awareness of each pilgrim’s status. By defining a dynamic range around the supervisor, the system can automatically determine whether pilgrims are within the group or out of range.</a:t>
            </a:r>
          </a:p>
          <a:p>
            <a:r>
              <a:rPr lang="en-US" sz="2800" dirty="0">
                <a:latin typeface="Titillium Web" panose="00000500000000000000" pitchFamily="2" charset="0"/>
              </a:rPr>
              <a:t>In addition, Masar incorporates an AI model that analyzes movement patterns using features such as speed, direction changes, and distance variations to detect abnormal behavior. This enables early identification of potential risks and triggers immediate alerts, helping improve safety and coordination during Hajj.</a:t>
            </a:r>
          </a:p>
        </p:txBody>
      </p:sp>
      <p:sp>
        <p:nvSpPr>
          <p:cNvPr id="21" name="TextBox 20">
            <a:extLst>
              <a:ext uri="{FF2B5EF4-FFF2-40B4-BE49-F238E27FC236}">
                <a16:creationId xmlns:a16="http://schemas.microsoft.com/office/drawing/2014/main" id="{78971ECA-2555-0F35-F7B4-8617F38456C5}"/>
              </a:ext>
            </a:extLst>
          </p:cNvPr>
          <p:cNvSpPr txBox="1"/>
          <p:nvPr/>
        </p:nvSpPr>
        <p:spPr>
          <a:xfrm>
            <a:off x="17365796" y="7326048"/>
            <a:ext cx="14383580" cy="10433625"/>
          </a:xfrm>
          <a:prstGeom prst="rect">
            <a:avLst/>
          </a:prstGeom>
          <a:noFill/>
        </p:spPr>
        <p:txBody>
          <a:bodyPr wrap="square" rtlCol="0">
            <a:spAutoFit/>
          </a:bodyPr>
          <a:lstStyle>
            <a:defPPr>
              <a:defRPr kern="1200" smtId="4294967295"/>
            </a:defPPr>
          </a:lstStyle>
          <a:p>
            <a:r>
              <a:rPr lang="en-US" sz="3200" dirty="0">
                <a:latin typeface="Titillium Web" panose="00000500000000000000" pitchFamily="2" charset="0"/>
              </a:rPr>
              <a:t>The Masar system was successfully implemented as a functional prototype integrating real-time GPS tracking, a supervisor dashboard, and an AI-based anomaly detection model. The system demonstrated reliable tracking of pilgrims and was able to correctly identify out-of-range cases using the dynamic geofencing approach.</a:t>
            </a:r>
          </a:p>
          <a:p>
            <a:r>
              <a:rPr lang="en-US" sz="3200" dirty="0">
                <a:latin typeface="Titillium Web" panose="00000500000000000000" pitchFamily="2" charset="0"/>
              </a:rPr>
              <a:t>The LSTM-based model showed high overall accuracy in detecting normal versus abnormal movement patterns when tested on sequential GPS data. Using engineered features such as speed, distance change, and direction variation improved the model’s ability to capture meaningful behavioral patterns rather than relying on raw coordinates alone.</a:t>
            </a:r>
          </a:p>
          <a:p>
            <a:r>
              <a:rPr lang="en-US" sz="3200" dirty="0">
                <a:latin typeface="Titillium Web" panose="00000500000000000000" pitchFamily="2" charset="0"/>
              </a:rPr>
              <a:t>Real-time alerts were generated with low latency and displayed </a:t>
            </a:r>
            <a:r>
              <a:rPr lang="ar-SA" sz="3200" dirty="0">
                <a:latin typeface="Titillium Web" panose="00000500000000000000" pitchFamily="2" charset="0"/>
              </a:rPr>
              <a:t>مباشرة </a:t>
            </a:r>
            <a:r>
              <a:rPr lang="en-US" sz="3200" dirty="0">
                <a:latin typeface="Titillium Web" panose="00000500000000000000" pitchFamily="2" charset="0"/>
              </a:rPr>
              <a:t>on the supervisor dashboard, allowing quick response to potential issues. This confirms the system’s effectiveness in reducing delays compared to manual monitoring methods.</a:t>
            </a:r>
          </a:p>
          <a:p>
            <a:r>
              <a:rPr lang="en-US" sz="3200" dirty="0">
                <a:latin typeface="Titillium Web" panose="00000500000000000000" pitchFamily="2" charset="0"/>
              </a:rPr>
              <a:t>However, some limitations were observed. The system’s performance depends on the quality and consistency of GPS signals, which may be affected in highly crowded or dense urban areas. Additionally, the dataset used for training was relatively limited, which may affect generalization in real-world scenarios.</a:t>
            </a:r>
          </a:p>
          <a:p>
            <a:r>
              <a:rPr lang="en-US" sz="3200" dirty="0">
                <a:latin typeface="Titillium Web" panose="00000500000000000000" pitchFamily="2" charset="0"/>
              </a:rPr>
              <a:t>Overall, the results indicate that Masar is a promising solution for improving group monitoring and safety during Hajj, with strong potential for further optimization and large-scale deployment.</a:t>
            </a:r>
          </a:p>
        </p:txBody>
      </p:sp>
      <p:sp>
        <p:nvSpPr>
          <p:cNvPr id="3" name="TextBox 2">
            <a:extLst>
              <a:ext uri="{FF2B5EF4-FFF2-40B4-BE49-F238E27FC236}">
                <a16:creationId xmlns:a16="http://schemas.microsoft.com/office/drawing/2014/main" id="{7C8044A5-4EB8-3B9F-8F39-0243CB482089}"/>
              </a:ext>
            </a:extLst>
          </p:cNvPr>
          <p:cNvSpPr txBox="1"/>
          <p:nvPr/>
        </p:nvSpPr>
        <p:spPr>
          <a:xfrm>
            <a:off x="17357130" y="31253795"/>
            <a:ext cx="14383580" cy="707886"/>
          </a:xfrm>
          <a:prstGeom prst="rect">
            <a:avLst/>
          </a:prstGeom>
          <a:noFill/>
        </p:spPr>
        <p:txBody>
          <a:bodyPr wrap="square" rtlCol="0">
            <a:spAutoFit/>
          </a:bodyPr>
          <a:lstStyle>
            <a:defPPr>
              <a:defRPr kern="1200" smtId="4294967295"/>
            </a:defPPr>
          </a:lstStyle>
          <a:p>
            <a:r>
              <a:rPr lang="en-US" sz="2000" dirty="0">
                <a:latin typeface="Titillium Web" panose="00000500000000000000" pitchFamily="2" charset="0"/>
              </a:rPr>
              <a:t>We would like to thank our supervisor for their guidance and support throughout this project. We also appreciate the resources and support provided by the College of Science and Computer Engineering.</a:t>
            </a:r>
          </a:p>
        </p:txBody>
      </p:sp>
      <p:sp>
        <p:nvSpPr>
          <p:cNvPr id="30" name="Rectangle 9">
            <a:extLst>
              <a:ext uri="{FF2B5EF4-FFF2-40B4-BE49-F238E27FC236}">
                <a16:creationId xmlns:a16="http://schemas.microsoft.com/office/drawing/2014/main" id="{C96CA045-8C1D-41D5-3B68-27949BD2978F}"/>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1" name="Rectangle 4">
            <a:extLst>
              <a:ext uri="{FF2B5EF4-FFF2-40B4-BE49-F238E27FC236}">
                <a16:creationId xmlns:a16="http://schemas.microsoft.com/office/drawing/2014/main" id="{F6637E49-23CA-0C61-77C2-28CD832416C4}"/>
              </a:ext>
            </a:extLst>
          </p:cNvPr>
          <p:cNvSpPr>
            <a:spLocks noChangeArrowheads="1"/>
          </p:cNvSpPr>
          <p:nvPr/>
        </p:nvSpPr>
        <p:spPr bwMode="auto">
          <a:xfrm>
            <a:off x="0" y="0"/>
            <a:ext cx="329184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Google Maps Platform Documentation.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Firebase Documentation (Realtime Database &amp; Cloud Functions).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TensorFlow and </a:t>
            </a:r>
            <a:r>
              <a:rPr kumimoji="0" lang="en-US" altLang="en-US" sz="1800" b="0" i="0" u="none" strike="noStrike" cap="none" normalizeH="0" baseline="0" dirty="0" err="1">
                <a:ln>
                  <a:noFill/>
                </a:ln>
                <a:solidFill>
                  <a:schemeClr val="tx1"/>
                </a:solidFill>
                <a:effectLst/>
                <a:latin typeface="Arial" panose="020B0604020202020204" pitchFamily="34" charset="0"/>
              </a:rPr>
              <a:t>Keras</a:t>
            </a:r>
            <a:r>
              <a:rPr kumimoji="0" lang="en-US" altLang="en-US" sz="1800" b="0" i="0" u="none" strike="noStrike" cap="none" normalizeH="0" baseline="0" dirty="0">
                <a:ln>
                  <a:noFill/>
                </a:ln>
                <a:solidFill>
                  <a:schemeClr val="tx1"/>
                </a:solidFill>
                <a:effectLst/>
                <a:latin typeface="Arial" panose="020B0604020202020204" pitchFamily="34" charset="0"/>
              </a:rPr>
              <a:t> Documentation.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Scikit-learn Documentation.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Research papers on GPS-based anomaly detection and crowd monitoring. </a:t>
            </a:r>
          </a:p>
        </p:txBody>
      </p:sp>
      <p:pic>
        <p:nvPicPr>
          <p:cNvPr id="29" name="Picture 28">
            <a:extLst>
              <a:ext uri="{FF2B5EF4-FFF2-40B4-BE49-F238E27FC236}">
                <a16:creationId xmlns:a16="http://schemas.microsoft.com/office/drawing/2014/main" id="{F5216B82-9AEA-5898-B9CF-8E1F73E5086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057140" y="32879271"/>
            <a:ext cx="14683570" cy="8048432"/>
          </a:xfrm>
          <a:prstGeom prst="rect">
            <a:avLst/>
          </a:prstGeom>
        </p:spPr>
      </p:pic>
      <p:pic>
        <p:nvPicPr>
          <p:cNvPr id="44" name="Picture 43">
            <a:extLst>
              <a:ext uri="{FF2B5EF4-FFF2-40B4-BE49-F238E27FC236}">
                <a16:creationId xmlns:a16="http://schemas.microsoft.com/office/drawing/2014/main" id="{7174FB86-7376-1E56-76E2-C7B7FA45ABF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61234" y="31510073"/>
            <a:ext cx="14157926" cy="7722505"/>
          </a:xfrm>
          <a:prstGeom prst="rect">
            <a:avLst/>
          </a:prstGeom>
        </p:spPr>
      </p:pic>
    </p:spTree>
    <p:extLst>
      <p:ext uri="{BB962C8B-B14F-4D97-AF65-F5344CB8AC3E}">
        <p14:creationId xmlns:p14="http://schemas.microsoft.com/office/powerpoint/2010/main" val="3406697561"/>
      </p:ext>
    </p:extLst>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AS_NET" val="4.0.30319.42000"/>
  <p:tag name="AS_OS" val="Microsoft Windows NT 6.2.9200.0"/>
  <p:tag name="AS_RELEASE_DATE" val="2016.09.30"/>
  <p:tag name="AS_TITLE" val="Aspose.Slides for .NET 4.0"/>
  <p:tag name="AS_VERSION" val="16.9.0.0"/>
  <p:tag name="MAKESIGNSTEMPLATE" val="conceptualizingcobalt|09-2018"/>
</p:tagLst>
</file>

<file path=ppt/theme/theme1.xml><?xml version="1.0" encoding="utf-8"?>
<a:theme xmlns:a="http://schemas.openxmlformats.org/drawingml/2006/main" name="Default Design">
  <a:themeElements>
    <a:clrScheme name="Verve">
      <a:dk1>
        <a:sysClr val="windowText" lastClr="000000"/>
      </a:dk1>
      <a:lt1>
        <a:sysClr val="window" lastClr="FFFFFF"/>
      </a:lt1>
      <a:dk2>
        <a:srgbClr val="666666"/>
      </a:dk2>
      <a:lt2>
        <a:srgbClr val="D2D2D2"/>
      </a:lt2>
      <a:accent1>
        <a:srgbClr val="FF388C"/>
      </a:accent1>
      <a:accent2>
        <a:srgbClr val="E40059"/>
      </a:accent2>
      <a:accent3>
        <a:srgbClr val="9C007F"/>
      </a:accent3>
      <a:accent4>
        <a:srgbClr val="68007F"/>
      </a:accent4>
      <a:accent5>
        <a:srgbClr val="005BD3"/>
      </a:accent5>
      <a:accent6>
        <a:srgbClr val="00349E"/>
      </a:accent6>
      <a:hlink>
        <a:srgbClr val="17BBFD"/>
      </a:hlink>
      <a:folHlink>
        <a:srgbClr val="FF79C2"/>
      </a:folHlink>
    </a:clrScheme>
    <a:fontScheme name="Default Design">
      <a:majorFont>
        <a:latin typeface="Arial"/>
        <a:ea typeface="Arial"/>
        <a:cs typeface="Arial"/>
      </a:majorFont>
      <a:minorFont>
        <a:latin typeface="Arial"/>
        <a:ea typeface="Arial"/>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702175" rtl="0" eaLnBrk="1" fontAlgn="base" latinLnBrk="0" hangingPunct="1">
          <a:lnSpc>
            <a:spcPct val="100000"/>
          </a:lnSpc>
          <a:spcBef>
            <a:spcPct val="0"/>
          </a:spcBef>
          <a:spcAft>
            <a:spcPct val="0"/>
          </a:spcAft>
          <a:buClrTx/>
          <a:buSzTx/>
          <a:buFontTx/>
          <a:buNone/>
          <a:tabLst/>
          <a:defRPr kumimoji="0" lang="en-US" sz="93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702175" rtl="0" eaLnBrk="1" fontAlgn="base" latinLnBrk="0" hangingPunct="1">
          <a:lnSpc>
            <a:spcPct val="100000"/>
          </a:lnSpc>
          <a:spcBef>
            <a:spcPct val="0"/>
          </a:spcBef>
          <a:spcAft>
            <a:spcPct val="0"/>
          </a:spcAft>
          <a:buClrTx/>
          <a:buSzTx/>
          <a:buFontTx/>
          <a:buNone/>
          <a:tabLst/>
          <a:defRPr kumimoji="0" lang="en-US" sz="93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docProps/app.xml><?xml version="1.0" encoding="utf-8"?>
<Properties xmlns="http://schemas.openxmlformats.org/officeDocument/2006/extended-properties" xmlns:vt="http://schemas.openxmlformats.org/officeDocument/2006/docPropsVTypes">
  <TotalTime>5721</TotalTime>
  <Words>982</Words>
  <Application>Microsoft Office PowerPoint</Application>
  <PresentationFormat>مخصص</PresentationFormat>
  <Paragraphs>42</Paragraphs>
  <Slides>1</Slides>
  <Notes>0</Notes>
  <HiddenSlides>0</HiddenSlides>
  <MMClips>0</MMClips>
  <ScaleCrop>false</ScaleCrop>
  <HeadingPairs>
    <vt:vector size="6" baseType="variant">
      <vt:variant>
        <vt:lpstr>الخطوط المستخدمة</vt:lpstr>
      </vt:variant>
      <vt:variant>
        <vt:i4>4</vt:i4>
      </vt:variant>
      <vt:variant>
        <vt:lpstr>نسق</vt:lpstr>
      </vt:variant>
      <vt:variant>
        <vt:i4>1</vt:i4>
      </vt:variant>
      <vt:variant>
        <vt:lpstr>عناوين الشرائح</vt:lpstr>
      </vt:variant>
      <vt:variant>
        <vt:i4>1</vt:i4>
      </vt:variant>
    </vt:vector>
  </HeadingPairs>
  <TitlesOfParts>
    <vt:vector size="6" baseType="lpstr">
      <vt:lpstr>Arial</vt:lpstr>
      <vt:lpstr>Titillium Web</vt:lpstr>
      <vt:lpstr>Symbol</vt:lpstr>
      <vt:lpstr>Amaranth</vt:lpstr>
      <vt:lpstr>Default Design</vt:lpstr>
      <vt:lpstr>عرض تقديمي في PowerPoint</vt:lpstr>
    </vt:vector>
  </TitlesOfParts>
  <Company>Graphicsland/MAKESIGNS.COM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Template to create a scientific poster</dc:title>
  <dc:subject>Example Of A Sample Research Poster</dc:subject>
  <dc:creator>Graphicsland/MakeSigns.com</dc:creator>
  <cp:keywords>scientific, research, template, custom, poster, presentation, symposium, printing, PowerPoint, create, design, example, sample, download</cp:keywords>
  <dc:description>Download our scientific poster templates at no cost to you and get one step closer to making a great research poster.</dc:description>
  <cp:lastModifiedBy>safwan alimam</cp:lastModifiedBy>
  <cp:revision>25</cp:revision>
  <cp:lastPrinted>2021-11-01T09:54:36Z</cp:lastPrinted>
  <dcterms:modified xsi:type="dcterms:W3CDTF">2026-05-03T15:59:13Z</dcterms:modified>
  <cp:category>scientific poster PowerPoint</cp:category>
</cp:coreProperties>
</file>